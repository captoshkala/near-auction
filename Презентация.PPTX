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3" r:id="rId2"/>
    <p:sldId id="322" r:id="rId3"/>
    <p:sldId id="257" r:id="rId4"/>
    <p:sldId id="323" r:id="rId5"/>
    <p:sldId id="325" r:id="rId6"/>
    <p:sldId id="324" r:id="rId7"/>
    <p:sldId id="326" r:id="rId8"/>
    <p:sldId id="327" r:id="rId9"/>
    <p:sldId id="340" r:id="rId10"/>
    <p:sldId id="328" r:id="rId11"/>
    <p:sldId id="336" r:id="rId12"/>
    <p:sldId id="337" r:id="rId13"/>
    <p:sldId id="339" r:id="rId14"/>
    <p:sldId id="286" r:id="rId15"/>
    <p:sldId id="332" r:id="rId16"/>
    <p:sldId id="335" r:id="rId17"/>
    <p:sldId id="288" r:id="rId18"/>
    <p:sldId id="330" r:id="rId19"/>
    <p:sldId id="318" r:id="rId20"/>
    <p:sldId id="334" r:id="rId21"/>
  </p:sldIdLst>
  <p:sldSz cx="9144000" cy="6858000" type="screen4x3"/>
  <p:notesSz cx="9144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9189" autoAdjust="0"/>
  </p:normalViewPr>
  <p:slideViewPr>
    <p:cSldViewPr>
      <p:cViewPr varScale="1">
        <p:scale>
          <a:sx n="88" d="100"/>
          <a:sy n="88" d="100"/>
        </p:scale>
        <p:origin x="133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06-15T18:00:38.958"/>
    </inkml:context>
    <inkml:brush xml:id="br0">
      <inkml:brushProperty name="width" value="0.05833" units="cm"/>
      <inkml:brushProperty name="height" value="0.058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EDA6478E-3DD5-408D-8ADB-5F292BC8652A}" emma:medium="tactile" emma:mode="ink">
          <msink:context xmlns:msink="http://schemas.microsoft.com/ink/2010/main" type="writingRegion" rotatedBoundingBox="7520,11599 10300,11588 10301,11982 7521,11993"/>
        </emma:interpretation>
      </emma:emma>
    </inkml:annotationXML>
    <inkml:traceGroup>
      <inkml:annotationXML>
        <emma:emma xmlns:emma="http://www.w3.org/2003/04/emma" version="1.0">
          <emma:interpretation id="{A7658745-FE8E-4C54-A96F-CB4F33BABA9C}" emma:medium="tactile" emma:mode="ink">
            <msink:context xmlns:msink="http://schemas.microsoft.com/ink/2010/main" type="paragraph" rotatedBoundingBox="7520,11599 10300,11588 10301,11982 7521,1199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0455013-8EE9-4F9F-8970-908CA948926C}" emma:medium="tactile" emma:mode="ink">
              <msink:context xmlns:msink="http://schemas.microsoft.com/ink/2010/main" type="line" rotatedBoundingBox="7520,11599 10300,11588 10301,11982 7521,11993"/>
            </emma:interpretation>
          </emma:emma>
        </inkml:annotationXML>
        <inkml:traceGroup>
          <inkml:annotationXML>
            <emma:emma xmlns:emma="http://www.w3.org/2003/04/emma" version="1.0">
              <emma:interpretation id="{E2E6B219-CE21-4D5D-9FF7-65ED8DAFECAF}" emma:medium="tactile" emma:mode="ink">
                <msink:context xmlns:msink="http://schemas.microsoft.com/ink/2010/main" type="inkWord" rotatedBoundingBox="7520,11599 10300,11588 10301,11982 7521,11993"/>
              </emma:interpretation>
            </emma:emma>
          </inkml:annotationXML>
          <inkml:trace contextRef="#ctx0" brushRef="#br0">2598 219 0,'-7'0'15,"7"7"32,7-7-47,-7 7 0,7-7 16,-7 7-16,7 0 0,0-7 15,-7 7-15,7-7 0,1 0 0,-1 0 16,-7 7-16,7-7 0,0 0 0,0 0 16,0 0-16,0 0 0,0 0 0,0 0 15,0 0-15,-7-7 0,7 7 0,-7-7 0,7 7 0,-7-7 0,7 7 16,-7-7-16,0 0 0,7 7 0,-7-7 16,0 0-16,0 0 0,0 0 0,0 0 15,0 0-15,0 0 0,0 0 0,0 0 16,0 0-16,-7 7 0,7-8 15,0 1-15,-7 7 0,0-7 0,0 7 16,0 0 0,0 0-1,7 7-15,0 0 0,-7-7 0,7 8 16,0-1-16,-7-7 0,7 7 0,-7-7 0,7 7 16,0 0-16,0 0 0,0 0 0,0 0 15,0 0-15,0 0 0,7-7 16,0 0-16,-7 7 0,7-7 0,0 7 15,0-7-15,0 0 16,0 0-16,0 0 16,0 0-16,0 0 15,-7-7-15,7 7 0,-7-7 0,7 7 0,-7-7 16,0 0-16,0 0 16,0 0-16,0 0 0,0 0 15,0 0-15,-7 0 16,0 7-16,7-7 15,-7 7-15,0 0 16,0 0-16,0 0 0,0 0 16,7 7-16,-7-7 0,0 7 0,7 0 0,0 0 15,-7-7-15,0 0 0,7 7 0,0 0 0,-7-7 0,7 7 0,0 0 16,-7-7-16,7 7 0,0 0 0,0 0 0,-7-7 0,7 7 0,0 0 0,0 0 16,0 0-16,0 0 0,0 1 0,0-1 15,7 0-15,0-7 0,0 0 0,0 0 16,0 0-16,0 0 0,0 0 15,0 0-15,0 0 0,-7-7 0,0 0 16,7 7-16,-7-8 0,0 1 0,7 7 0,-7-7 16,0 0-16,0 0 0,0 0 0,0 0 0,0 0 15,0 0-15,0 0 0,0 0 0,0 0 16,-7 7-16,7-7 0,-7 7 0,7-7 16,-7 7-16,0 0 0,7-7 0,-7 7 0,0 0 0,0 0 15,0 0-15,0 0 0,7-7 0,-7 7 0,0 0 0,0 0 16,0 0-16,-1 0 0,1 0 0,0 0 15,0 0-15,7 7 0,-7-7 0,0 7 16,7 0-16,0 0 0,0 0 16,0 0-16,0 0 0,0 0 0,0 0 15,7-7-15,-7 7 0,7-7 0,-7 7 16,7-7-16,0 0 0,0 7 0,1-7 0,-1 0 0,0 0 16,0 0-16,0 0 0,0 0 0,0 0 15,0 0-15,0 0 0,-7-7 0,7 7 0,-7-7 16,7 7-16,0-7 0,-7 0 0,0 0 0,0 0 15,7 7-15,-7-7 0,0 0 0,7 0 0,-7 0 16,0 0-16,0 0 0,0 0 0,0-1 16,0 1-16,0 0 0,0 0 15,-7 7-15,7-7 0,-7 7 16,7 7 0,0 0-1,0 0-15,0 0 0,0 1 16,0-1-16,0 0 0,0 0 0,0 0 0,0 0 15,0 0-15,0 0 0,0 0 0,7-7 0,-7 7 16,7-7-16,-7 7 0,7-7 0,0 0 0,-7 7 0,7-7 16,0 0-16,0 0 0,1 0 15,-1 0-15,-7-7 16,7 7-16,-7-7 0,0 0 16,0 0-16,0 0 0,0 0 15,0 0-15,0 0 16,0 0-16,-7 7 0,0 0 0,7-7 15,0 0-15,-8 7 0,1 0 0,7-8 16,-7 8-16,0 0 0,0 0 0,7-7 0,-7 7 16,0 0-16,0 0 15,0 0-15,7 7 0,-7-7 16,7 8-16,0-1 0,-7-7 0,7 7 0,-7 0 0,7 0 0,-7 0 16,7 0-16,-7-7 0,7 7 0,0 0 0,0 0 0,-7-7 15,7 7-15,0 0 0,0 0 0,0 0 0,0 0 0,0 0 16,7-7-16,0 7 0,0-7 15,0 0-15,0 0 16,0 0-16,0 0 0,0 0 0,0-7 16,0 7-16,-7-7 0,7 7 0,-7-7 0,0 0 0,7 7 0,-7-7 15,7 0-15,-7 0 0,7 7 0,-7-7 0,0 0 16,0 0-16,0 0 0,0 0 16,0 0-16,0 0 0,0 0 15,-7 7-15,7-7 0,-7 7 0,0 0 16,0 0-16,0 0 0,0 0 15,0 0-15,0 0 16,0 0-16,0 0 0,7 7 16,-7-7-16,7 7 0,0 0 0,0 0 0,-7-7 15,7 7-15,0 0 0,-7-7 0,7 7 0,0 0 0,0 0 0,0 0 16,0 0-16,0 0 0,0 0 0,7 0 0,-7 0 16,0 0-16,7-7 0,-7 8 0,7-8 0,-7 7 15,7-7-15,0 0 0,-7 7 0,7-7 0,0 0 16,0 0-1,-7-7-15,0 0 0,0-1 16,7 8-16,-7-7 0,0 0 0,7 7 16,-7-7-16,0 0 0,0 0 0,0 0 0,0 0 15,0 0-15,0 0 0,0 0 16,-7 7-16,7-7 0,-7 7 0,0 0 16,7-7-16,-7 7 0,0 0 0,7-7 15,-7 7-15,0 0 0,7-7 0,-7 7 0,0 0 16,0 0-16,0 0 0,0 0 0,0 0 0,0 0 15,0 0-15,-1 0 0,1 0 0,0 0 16,0 0-16,7 7 0,-7-7 0,7 7 0,-7-7 16,7 7-16,0 0 0,-7-7 0,7 7 0,0 0 15,-7-7-15,7 7 0,0 0 0,0 0 0,0 0 16,0 0-16,0 0 0,7-7 16,-7 7-16,7-7 15,0 0-15,0 0 16,0 0-16,-7-7 15,7 7-15,-7-7 0,0 0 0,0 0 16,0 0-16,0 0 0,0 0 16,0 0-16,0 0 0,0 0 15,-7 7-15,7-7 0,-7 0 16,0 7-16,0 0 0,7-7 0,-7 7 0,0 0 16,0 0-16,0 0 0,0 0 0,0 0 0,0 0 15,0 0-15,0 0 0,0 0 0,0 0 16,-1 0-16,8 7 0,-7-7 0,0 0 0,7 7 0,-7-7 15,0 7-15,7 0 0,-7-7 0,7 7 0,-7 0 16,7 0-16,-7-7 0,7 7 0,0 0 0,0 0 0,0 0 16,0 0-16,0 0 0,0 0 0,0 1 0,0-1 15,0 0-15,7-7 0,-7 7 0,7-7 16,0 0-16,-7 7 0,7-7 0,0 0 0,0 0 0,0 0 16,1 0-16,-1 0 0,0 0 15,0-7-15,0 7 0,-7-7 0,7 7 16,-7-7-16,7 7 0,-7-7 0,7-1 0,-7 1 15,0 0-15,0 0 0,0 0 0,7 7 0,-7-7 16,0 0-16,0 0 0,0 0 0,0 0 16,0 0-16,0 0 0,0 0 15,0 0-15,0 0 0,7 7 0,-7-7 0,0 0 16,0-1-16,0 1 0,0 0 16,0 0-1,0 0-15,-7 7 0,0 0 16,0 0-1,7 7 1,-7-7-16,7 7 0,0 0 0,0 0 0,-7-7 16,7 8-16,0-1 0,0 0 0,0 0 0,0 0 15,0 0-15,0 0 0,0 0 0,0 0 0,7 0 0,0-7 16,-7 7-16,7 0 0,0-7 0,-7 7 0,7 0 16,0-7-16,0 7 0,0-7 0,0 0 0,0 0 15,0 0-15,0 0 0,1 0 0,-1 0 0,0 0 16,0 0-16,0 0 0,-7-7 0,7 7 0,0 0 0,-7-7 0,7 7 15,0-7-15,-7 0 0,7 7 0,-7-7 16,0 0-16,0 0 0,0 0 16,0 0-16,0 0 15,-7 7-15,7-7 0,-7 7 16,7-7-16,-7 7 0,0 0 0,0 0 16,0 0-16,0 0 0,0 0 15,0 0-15,-1 0 0,1 0 16,0 0-16,0 0 0,7 7 0,0 0 15,-7-7-15,7 7 0,-7-7 0,7 7 0,0 0 16,0 0-16,0 0 0,0 0 0,0 0 0,0 0 16,0 0-16,0 0 0,0 0 0,7-7 0,-7 7 0,7-7 15,-7 8-15,7-8 0,-7 7 0,7-7 0,0 0 16,1 0-16,-1 0 0,0 0 0,0 0 0,0 0 16,0 0-16,0 0 0,-7-7 0,7 7 15,0 0-15,-7-8 0,0 1 0,7 7 0,-7-7 0,7 0 0,-7 0 16,7 7-16,-7-7 0,0 0 0,0 0 0,0 0 0,0 0 15,0 0-15,0 0 0,0 0 0,0 0 0,0 0 16,0 0-16,0 0 0,0-1 16,-7 8-16,7-7 0,-7 7 0,7-7 0,-7 7 0,0-7 15,7 0-15,-7 7 0,0 0 0,0 0 0,0 0 16,0 0-16,0 0 16,0 0-16,-1 0 0,8 7 0,0 0 15,-7-7-15,7 7 0,0 0 0,-7-7 0,7 8 0,0-1 16,0 0-16,0 7 0,0-7 0,0 0 0,0 0 15,0 0-15,7 0 0,-7 0 0,0 0 16,7-7-16,1 0 0,-8 7 0,7-7 0,-7 7 0,7-7 0,0 0 16,0 0-16,0 0 0,-7 7 0,7-7 0,0 0 15,0 0-15,0 0 0,-7-7 0,7 7 0,0-7 16,0 0-16,-7 0 0,7 7 16,-7-7-16,0 0 0,0 0 0,0 0 15,0 0-15,0 0 0,0 0 16,0 0-16,0 0 0,0 0 0,-7 7 15,7-8-15,0 1 0,-7 7 0,0 0 16,0 0-16,0 0 16,0 0-16,0 0 0,0 0 15,0 0-15,0 0 0,0 0 0,0 7 16,0-7-16,-1 0 0,8 8 0,-7-8 0,0 7 0,7 0 16,-7-7-16,7 7 0,-7-7 0,0 7 0,7 0 0,-7-7 0,7 7 15,-7 0-15,7 0 0,0 0 0,0 0 0,-7-7 16,7 7-16,0 0 0,0 0 0,0 0 15,7-7 1,0 0-16,0 0 16,0 0-16,0-7 0,-7 0 0,7 7 15,0 0-15,-7-7 0,7 7 0,-7-7 0,8 7 0,-1 0 0,-7-7 0,0 0 16,7 7-16,0-7 0,-7 0 0,0 0 0,7 7 0,-7-7 0,0 0 16,7 7-16,-7-7 0,0 0 0,0 0 0,0-1 15,0 1-15,-7 7 16,7-7-16,-7 7 0,7-7 0,-7 7 0,0-7 15,0 7-15,-1 0 0,1 0 0,0 0 16,0 0-16,0 0 0,0 0 0,0 0 16,0 0-16,7 7 0,0 0 0,-7-7 0,7 7 15,-7 0-15,7 1 0,0-1 0,0 0 16,-7-7-16,7 7 0,-7-7 0,7 7 0,0 0 0,0 0 0,-7-7 16,7 7-16,0 0 0,0 0 0,-7-7 0,7 7 15,7-7 1,0 0-1,0 0-15,-7-7 0,7 7 0,-7-7 0,7 7 0,0-7 0,0 7 16,-7-7-16,0 0 0,7 7 0,0 0 0,0 0 0,-7-7 0,0 0 0,7 7 16,0-7-16,-7 0 0,0 0 0,0-1 15,7 8-15,-7-7 0,0 0 0,0 0 16,0 0-16,0 0 0,-7 7 16,7-7-16,-7 7 15,0 0 1,0 0-16,0 0 0,7 7 0,-7-7 15,0 7-15,7 0 0,-7-7 0,7 7 0,-7-7 0,7 7 16,-7-7-16,7 7 0,-7-7 0,7 8 0,-7-1 0,7 0 0,0 0 16,-7-7-16,7 7 0,0 0 0,-7 0 0,7 0 0,0 0 0,0 0 0,0 0 15,0 0-15,0 0 0,0 0 0,0 0 0,0 0 16,0 0-16,0 1 0,0-1 0,7-7 0,-7 7 0,7-7 16,0 0-16,-7 7 0,7-7 0,0 0 31,0 0-31,-7-7 0,0 0 0,7 0 15,0 7-15,-7-8 0,0 1 0,7 0 0,-7 0 16,0 0-16,7 7 0,-7-7 0,0 0 0,0 0 0,0 0 16,0 0-16,0 0 0,0 0 0,0 0 15,0 0-15,-7 7 0,7-7 0,0 0 16,-7 7-16,0 0 0,7-7 0,-7 7 0,0 0 0,7-8 16,-7 8-16,0 0 0,0 0 0,7-7 0,-7 7 0,0 0 15,0 0-15,0 0 16,-1 7-16,8 1 15,0-1-15,-7 0 0,7 0 0,-7-7 0,7 7 0,0 0 16,0 0-16,0 0 0,0 0 0,0 0 16,0 0-16,0 0 15,7-7 1,0-7 0,1 7-16,-8-7 0,0 0 0,7 7 0,-7-7 15,7 0-15,-7 0 0,7 7 0,-7-7 0,0 0 0,7 7 16,-7-7-16,7 0 0,-7 0 0,0-1 0,0 1 0,0 0 15,0 0-15,0 0 0,0 0 0,0 0 16,-7 7-16,7-7 16,-7 7-16,0 0 15,0 0-15,0 0 16,-1 7-16,8 0 0,0 0 0,-7-7 16,7 7-16,-7 0 0,7 0 0,-7 0 0,0 1 0,7-1 0,-7-7 0,7 7 15,0 0-15,-7-7 0,7 7 0,0 0 0,-7-7 0,7 7 0,0 0 0,0 0 16,-7 0-16,7 0 0,0 0 0,-7-7 0,7 14 0,0-7 15,-7-7-15,7 7 0,0 0 0,7-7 47,-7-7-47,7 7 0,-7-7 0,0 0 0,0 0 16,7 7-16,-7-7 0,7 7 0,-7-7 0,0 0 0,0 0 0,0 0 16,7 7-16,-7-7 0,0 0 0,0 0 0,0 0 15,0 0-15,0 0 0,0 0 0,0-1 16,-7 8-1,7-7-15,-7 7 16,0 0 0,7 7-16,-7-7 0,7 8 15,-7-8-15,7 7 0,0 0 0,-7 0 0,7 0 0,-7-7 16,7 7-16,0 0 0,0 0 0,0 0 16,0 0-16,0 0 0,7-7 46,-7-7-46,0 0 0,7 7 16,-7-7-16,0 0 0,7 0 0,0 0 0,-7 0 0,0 0 16,0 0-16,0 0 0,0-1 0,0 1 0,0 0 15,0 0-15,0 0 0,0 0 0,0 0 16,0 0-16,0 0 0,-7 7 16,0-7-16,0 7 15,0 0 1,7 7-16,0 0 0,-7-7 0,0 0 0,7 7 15,-7-7-15,7 7 0,0 0 0,-7-7 0,7 7 0,0 0 0,-7-7 16,7 7-16,0 8 0,-7-8 0,7 0 0,-8-7 0,8 7 0,-7 0 16,7 0-16,0 0 0,0 0 0,0 0 0,0 0 0,0 0 15,0 0-15,7-7 32,1 0-32,-8-7 15,0 0-15,0 0 0,7 7 16,-7-7-16,7 0 0,-7 0 0,0 0 0,0 0 15,0 0-15,0 0 0,0 0 0,7 7 16,-7-8-16,0 1 0,0 0 0,0 0 0,-7 7 63,7 7-48,-7 0-15,7 0 0,0 1 16,0-1-16,0 0 0,0 0 0,0 0 15,0 0-15,0 0 0,0 0 0,-7-7 0,7 7 16,0 0-16,0 0 0,7-7 47,0 0-47,-7-7 16,0 0-16,7 7 0,-7-7 0,7 7 0,-7-7 15,7 7-15,-7-7 0,0 0 0,0 0 0,0 0 16,0 0-16,0 0 0,0-1 0,0 1 15,0 0-15,0 0 0,0 0 16,0 0-16,-7 7 0,0 0 0,7-7 16,0 0-1,-7 7-15,0 0 16,7 7-16,0 0 0,0 0 16,-7 0-16,7 0 0,0 0 0,-8 0 15,8 1-15,0-1 0,0 0 0,-7-7 0,7 7 0,0 0 16,0 0-16,0 0 0,0 0 0,7-7 31,-7-7-15,8 7-16,-8-7 0,0 0 0,0 0 15,0 0-15,7 7 0,-7-7 0,7 7 0,-7-7 0,0-1 0,0 1 16,0 0-16,0 0 0,0 0 0,0 0 16,0 0-16,0 0 0,0 0 15,-7 7-15,7 7 31,0 0-15,-7-7-16,7 7 0,0 0 0,-8-7 16,8 7-16,0 0 0,0 0 0,-7-7 0,7 7 0,0 1 0,0-1 15,0 0-15,0 0 0,0 0 16,0 0-16,0 0 0,0 0 0,7-7 16,-7 7-16,8-7 15,-8-7 16,7 7-31,-7-7 0,0 0 16,0 0-16,7 7 0,-7-7 0,0 0 16,0 0-16,0 0 0,0-1 0,0 1 15,0 0-15,0 0 0,0 0 0,-7 7 0,7-7 16,0 0-16,-7 7 0,7-7 0,-8 7 16,8-7-16,-7 7 0,0 0 15,0 0 1,7 7-16,0 0 0,0 0 15,-7 0-15,7 0 0,0 0 0,0 0 0,-7-7 0,7 7 16,0 1-16,0-1 0,0 0 0,0 0 0,0 0 16,0 0-16,0 0 0,0 0 0,0 0 15,7-7 1,-7 7-16,7-7 0,0 0 16,-7-7-1,7 7-15,-7-7 16,0 0-16,0 0 15,0 0-15,0 0 16,0 0-16,0 0 0,-7 0 16,0-1-16,0 8 15,0 0-15,7-7 16,-7 7-16,0 0 0,0 0 0,0 0 16,0 0-16,7 7 0,0 1 0,-7-8 0,0 0 15,7 7-15,-7 0 0,7 0 0,0 0 0,-7-7 0,7 7 0,-7 0 16,7 0-16,0 0 0,0 0 0,0 0 0,-7 0 0,7 0 15,0 0-15,0 0 0,0 0 0,0 0 16,0-14 31,0 0-47,0 0 0,0 0 16,0 0-16,0 0 0,0 0 15,0 0-15,0 0 0,0 0 0,0 0 16,0 0-16,0 0 0,0 0 0,0 0 0,-8 7 0,8-7 15,-7-1-15,7 1 0,-7 7 16,0 0-16,0 0 31,0 7-31,7 1 0,-7-8 0,7 7 16,0 0-16,0 0 0,-7-7 0,7 7 0,-7 0 0,7 0 0,0 0 0,-7-7 16,7 7-16,0 0 0,-7 0 0,7 0 0,-7-7 0,7 7 0,0 0 0,0 0 0,0 0 0,-7-7 15,7 7-15,0 1 0,-7-8 0,7 7 0,0 0 0,0 0 0,0 0 16,0 0-16,7-14 31,-7 0-15,7 7-16,-7-7 0,0 0 0,7 0 0,-7-1 0,7 8 0,-7-7 15,0 0-15,7 0 0,-7 0 0,7 0 0,-7 0 16,0 0-16,7 0 0,-7 0 0,0 0 0,7 7 0,-7-7 16,0 0-16,7 0 0,-7 0 0,0 0 0,0 0 15,0-1-15,-7 8 47,0 0-31,7 8-16,0-1 0,-7 0 15,7 0-15,-7-7 0,7 7 0,0 0 0,0 0 0,0 0 0,0 0 16,0 0-16,0 0 0,0 0 0,0 0 0,0 0 16,0 0-16,0 0 0,0 0 0,0 1 0,7-8 15,-7 7-15,7-7 0,-7 7 0,7-7 16,0 0-16,0 0 0,-7-7 0,7 7 0,0-7 15,0 7-15,-7-8 0,8 1 0,-8 0 16,0 0-16,7 7 0,0-7 0,-7 0 0,0 0 0,7 0 0,-7 0 0,7 7 16,-7-7-16,0 0 0,7 7 0,-7-14 0,0 7 0,0 0 0,0-7 15,0 6-15,0 1 0,7 7 0,-7-7 0,0 0 0,0 0 0,0 0 16,0 0-16,0 0 0,0 0 0,0 0 16,-7 7-16,0 0 0,7-7 0,0 0 0,-7 7 0,0 0 15,0 0-15,0 0 16,-1 0-16,1 0 0,7 7 15,-7-7-15,7 7 0,-7-7 0,7 7 0,0 0 0,0 0 16,0 0-16,-7-7 0,7 7 0,-7 0 0,7 0 0,-7 0 0,7 0 16,0 1-16,0-1 0,0 0 0,0 0 0,0 0 0,0 0 15,0 7-15,0-7 0,0 0 0,0 0 0,0 0 16,0 0-16,7 0 0,0-7 0,-7 7 0,7-7 16,0 0-16,0 0 0,0 0 15,1 0-15,-1 0 16,0 0-16,-7-7 0,0 0 0,0 0 15,7 0-15,-7 0 0,7 0 0,-7 0 0,7 7 16,-7-7-16,0 0 0,0 0 0,0 0 0,0 0 0,0 0 0,0 0 16,0-1-16,0 1 0,0 0 0,0 0 0,0 0 15,0 0-15,0 0 0,-7 0 16,7 0-16,-7 7 0,0 0 0,0 0 16,0 0-16,-1 0 0,1 0 15,0 0-15,0 0 0,0 0 16,0 0-16,0 7 0,7 0 0,-7-7 0,7 7 0,-7-7 0,7 7 15,0 0-15,-7 0 0,0-7 0,7 7 0,-7 0 0,7 1 0,0-1 16,0 0-16,-7-7 0,7 7 0,0 0 0,-7 0 0,7 0 0,0 0 0,0 0 16,0 0-16,0 0 0,0 0 0,0 0 0,0 0 0,0 0 0,0 0 15,0 0-15,0 1 0,7-8 0,-7 7 0,0 0 16,7-7-16,0 0 0,0 0 16,0 0-16,-7 7 0,7-7 0,0 0 0,0 0 15,0 0-15,0 0 0,0 0 0,0 0 16,0 0-16,1 0 0,-8-7 0,7 7 15,-7-7-15,7 7 0,-7-7 0,0-1 0,7 1 16,-7 0-16,7 7 0,-7-7 0,0 0 16,0 0-16,0 0 0,0 0 0,0 0 0,0 0 15,0 0-15,0 0 0,0 0 0,-7 7 16,7-7-16,0 0 0,-7 7 0,7-7 0,-7 0 0,0 7 16,-1 0-16,8-8 0,-7 8 15,0 0 1,7 8-16,-7-8 0,7 7 15,0 0-15,0 0 0,0 0 0,0 0 0,0 0 0,0 0 16,0 0-16,0 0 0,0 0 0,0 0 0,0 0 0,0 0 0,0 0 16,0 0-16,0 0 0,7 1 0,-7-1 0,0 0 15,7-7-15,0 0 0,1 0 0,-1 0 16,0 0-16,0 0 0,0 0 16,0 0-16,-7-7 0,7 7 0,-7-7 0,7 7 15,-7-8-15,0 1 0,7 7 0,-7-7 0,0 0 0,7 7 0,0-7 0,-7 0 16,0 0-16,0 0 0,0 0 0,0 0 0,0 0 0,0 0 0,7 7 0,-7-7 15,0 0-15,0 0 0,0 0 0,0 0 0,0-1 0,0 1 16,0 0-16,0 0 0,-7 0 0,7 0 16,-7 7-16,7-7 0,-7 7 0,0 0 0,0 0 15,7-7-15,-7 7 16,0 0-16,0 7 0,7 0 16,0 0-16,-7-7 0,7 7 0,-7 0 0,7 0 15,0 0-15,-7-7 0,7 8 0,-8-8 0,8 7 0,0 0 0,-7 0 0,7 0 0,0 0 0,0 0 16,-7 0-16,7 0 0,0 0 0,-7 0 0,7 0 0,0 0 0,0 0 15,0 0-15,0 0 0,0 0 0,0 1 0,0-1 16,7-7-16,0 0 16,0 0-1,-7-7-15,0-1 0,8 8 0,-8-7 0,0 0 0,0 0 0,7 7 16,-7-7-16,0 0 0,0 0 0,7 7 0,-7-7 0,0 0 16,0 0-16,0 0 0,0 0 0,0 0 0,0 0 0,0 0 15,0 0-15,0 0 0,0-1 0,0 1 0,-7 0 0,7 0 16,0 0-16,-7 0 0,-1 7 0,8-7 0,-7 7 0,7-7 15,-7 0-15,0 7 0,7-7 0,-7 7 16,0 0-16,0 0 0,0 0 16,0 0-16,7 7 15,0 0-15,-7-7 0,7 7 0,0 0 0,-7-7 0,7 7 16,0 0-16,0 0 0,-7-7 0,7 7 0,0 0 0,0 1 0,0-1 0,0 0 16,0 0-16,0 0 0,0 0 0,0 0 0,0 0 0,0 0 15,0 0-15,0 0 0,0 0 0,0 0 0,0 0 0,0 0 16,7-7-16,0 0 15,0 0-15,0 0 16,-7-7-16,0 0 0,0 0 0,7 7 0,0-7 16,-7 0-16,7 0 0,-7 0 0,0 0 15,0 0-15,7 0 0,-7 0 0,0 0 0,0 0 0,0 0 0,7 7 16,-7-8-16,0 1 0,0 0 0,0 0 0,0 0 0,0 0 16,0-7-16,-7 7 0,7 0 0,0 0 15,0 0-15,-7 7 0,0-7 0,0 0 0,7 0 0,-7 7 16,7-7-16,-7 0 0,0 7 15,0 0-15,0 0 0,0 0 16,0 0-16,0 0 0,0 0 0,0 0 16,7 7-16,-7-7 0,0 7 0,7 0 0,0 0 15,-8-7-15,8 7 0,0 0 0,0 0 0,-7-7 0,7 7 0,0 0 0,0 0 16,0 0-16,0 0 0,0 0 0,0 0 0,0 0 16,0 0-16,0 1 0,0-1 0,0 0 0,0 0 0,7-7 15,-7 7-15,8-7 0,-1 0 16,0 0-1,0 0-15,-7-7 16,7 7-16,-7-7 0,0 0 0,0 0 0,7 7 0,-7-8 0,7 1 16,-7 0-16,0 0 0,0 0 0,7 0 0,-7 0 0,0 0 15,0 0-15,7 7 0,-7-7 0,0 0 0,0 0 0,0 0 16,0 0-16,0 0 0,0 0 0,0 0 0,0 0 0,-7 7 16,7-7-16,0-1 0,-7 8 0,7-7 0,-7 7 0,7-7 15,-7 7-15,0 0 0,0 0 16,0 0-16,0 0 15,7 7-15,0 0 0,-8 1 0,8-1 0,-7-7 0,7 7 16,0 0-16,0 0 0,0 0 0,0 0 0,-7-7 0,7 7 0,0 0 0,0 0 16,0 0-16,-7 0 0,7 0 0,0 0 0,0 0 0,0 0 0,0 0 0,0 0 0,0 0 0,0 1 15,0-1-15,0 0 0,0 0 0,0 0 0,0 0 0,0 0 0,0 0 16,0 0-16,0 0 0,7-7 0,-7 7 0,7-7 0,-7 7 0,0 0 0,7-7 0,-7 7 16,8-7-16,-1 0 0,-7 7 0,7-7 15,0 0 1,0 0-16,-7-7 0,0 0 15,0 0-15,7 7 0,0-7 0,-7 0 0,0 0 16,7 7-16,-7-7 0,0 0 0,7 7 0,-7-7 0,0 0 0,0 0 16,7 7-16,-7-7 0,0 0 0,0 0 0,0-1 0,0 1 0,0 0 15,0 0-15,0 0 0,0-7 0,0 7 16,0 0-16,0 0 0,0 0 0,-7 7 0,7-7 0,-7 7 0,7-7 16,0 0-16,-7 7 0,0-7 0,7 0 0,-7 7 15,0 0-15,7-7 0,-7 7 0,0 0 16,0 0-16,7 7 15,-8 0-15,8 0 0,-7 0 0,0 0 0,7 7 16,0-7-16,0 0 0,-7 0 0,7 0 0,0 0 0,0 0 0,0 0 0,-7-7 0,7 7 16,0 0-16,0 1 0,0-1 0,0 0 0,0 0 0,0 0 0,0 0 0,0 0 0,0 0 0,0 0 15,0 0-15,0 0 0,0 0 0,0 0 0,0 0 0,0 0 0,0 0 16,0 0-16,0 1 0,0-1 0,0 0 0,0 0 0,0 0 16,7-7-16,0 0 0,0 0 15,0 0-15,1 0 16,-8-7-16,7 7 0,-7-7 0,0 0 0,7 7 0,0-7 15,-7-1-15,0 1 0,7 7 0,-7-7 0,0 0 0,7 7 0,-7-7 0,0 0 0,0 0 16,7 7-16,-7-7 0,0 0 0,0 0 0,0 0 0,7 7 0,-7-7 0,0 0 0,7 0 0,-7 0 16,0 0-16,0 0 0,0-1 0,0 1 0,0 0 0,0 0 0,0 0 15,0 0-15,0 0 0,0 0 0,0 0 0,0 0 16,0 0-16,0 0 0,-7 7 0,7-7 16,-7 7-16,0 0 0,7-7 0,-7 7 15,0 0-15,0 0 0,7 7 16,-7-7-16,7 7 0,-7 0 0,7 0 0,0 0 0,-8-7 15,8 7-15,0 0 0,-7 0 0,7 0 0,-7-7 0,7 7 0,0 0 0,0 0 0,0 0 0,0 1 16,-7-1-16,7 0 0,0 0 0,0 0 0,0 0 0,0 0 0,0 0 0,0 0 16,0 0-16,0 0 0,0 0 0,0 0 0,0 0 0,0 0 0,0 0 15,0 0-15,0 1 0,0-1 0,0 0 0,7-7 0,0 0 16,-7 7-16,7-7 0,-7 7 0,8-7 0,-1 0 0,0 0 16,0 0-16,0 0 15,0 0-15,0-7 0,-7 0 16,7 7-16,0 0 0,-7-7 0,7 7 0,-7-7 15,7 7-15,-7-8 0,7 8 0,-7-7 0,0 0 0,0 0 0,7 7 16,0-7-16,-7 0 0,0 0 0,0 0 16,0 0-16,7 7 0,-7-7 0,0 0 0,0 0 0,0 0 15,-7 0-15,0 7 0,7-7 0,0 0 0,-7 7 16,0 0-16,7-7 0,0-1 0,-7 8 0,0-7 0,0 7 0,0 0 16,7-7-16,-7 7 0,7-7 0,-7 7 0,0 0 0,0 0 0,0-7 0,0 0 15,-1 7-15,1 0 0,0 0 0,7-7 0,-7 7 0,0 0 0,0 0 16,0 0-16,0 0 0,0 0 0,0 0 0,0 0 15,7 7-15,-7-7 0,0 7 0,0-7 16,7 7-16,-7-7 0,7 7 0,0 0 0,-7 0 0,7 1 0,-7-8 0,7 7 16,0 0-16,-8-7 0,8 7 0,0 0 0,-7 0 0,7 0 0,-7 0 15,7 0-15,0 0 0,0 0 0,0 0 0,0 0 16,0 0-16,0 0 16,7-7-16,0 0 15,1 0-15,-8-7 0,7 7 16,-7-7-16,7 0 0,0 0 0,-7 0 15,0 0-15,7 7 0,0-7 0,-7 0 0,0 0 16,7 7-16,-7-7 0,0 0 0,0 0 0,0 0 0,0 0 16,0-1-16,0 1 0,0 0 0,0 0 15,0 0-15,0 0 0,-7 7 0,7-7 0,-7 7 0,7-7 16,0 0-16,-7 7 0,0 0 0,0 0 16,0 0-16,-1 0 15,8 7-15,-7-7 0,7 7 16,-7-7-16,7 7 0,0 0 0,-7 0 0,7 0 0,-7-7 0,7 7 15,0 0-15,0 1 0,0-1 0,0 0 0,-7-7 0,7 7 0,0 0 0,0 0 0,0 0 16,0 0-16,0 0 0,0 0 0,0 0 0,0 0 0,0 0 16,0 0-16,0 0 0,0 0 0,0 0 15,7-7-15,-7 8 0,7-8 0,0 0 16,-7 7-16,7-7 0,0 0 0,1 0 16,-1 0-16,0 0 15,0 0-15,0 0 0,-7-7 16,7 7-16,-7-8 0,0 1 0,7 7 0,-7-7 0,0 0 0,7 7 15,-7-7-15,0 0 0,7 7 0,-7-7 0,0 0 0,0 0 16,0 0-16,0 0 0,0 0 0,0 0 0,0 0 16,0 0-16,0 0 0,0 0 0,-7 7 15,7-8-15,0 1 0,0 0 0,-7 7 0,7-7 0,-7 7 16,0 0-16,7-7 0,-7 7 16,0 0-16,7 7 15,-7 0-15,0-7 0,7 7 0,0 0 0,0 1 16,-8-8-16,8 7 0,0 0 0,-7-7 0,7 7 0,-7-7 0,7 7 0,0 0 0,0 0 15,-7 0-15,7 0 0,0 0 0,-7-7 0,7 7 0,0 0 0,0 0 0,0 0 16,0 0-16,0 0 0,0 0 0,0 1 16,7-8 15,-7-8-31,0 1 16,0 0-16,0 0 0,0 0 0,0 0 0,0 0 15,0 0-15,0 0 0,0 0 0,0 0 16,0 0-16,0 0 0,0 0 0,0 0 15,-7 7-15,7-7 0,-7 7 0,7-7 0,-7 7 16,7-8-16,-7 8 0,0 0 0,0 0 16,7-7-16,-7 7 0,0 0 15,7 7-15,-7-7 0,7 8 0,-7-8 16,7 7-16,-7 0 0,7 0 0,0 0 0,-7 0 0,7 0 16,0 0-16,-7-7 0,7 7 0,-7 0 0,7 0 0,0 0 15,0 0-15,0 0 0,0 0 0,0 0 0,0 0 16,0 1-16,0-1 0,0-14 47,0-1-47,0 1 0,0 0 15,0 0-15,7 7 0,-7-7 0,0 0 0,0 0 0,7 7 16,-7-7-16,0 0 0,0 0 0,0 0 0,0 0 16,0 0-16,0 0 0,0 0 15,0 0-15,0 0 16,-7 7-1,0 0-15,7 7 16,0 0-16,0 0 0,0 0 0,-7-7 0,7 7 16,0 0-16,0 0 0,-8-7 0,8 7 0,0 0 0,0 0 0,0 0 15,0 0-15,0 0 0,0 0 0,-7 0 0,7 0 0,0 1 0,0-1 0,0 0 16,0 0-16,0 0 0,0 0 0,0 0 0,0 0 0,0 0 16,0 0-16,0 0 0,0-14 31,0 0-31,0 0 0,0 0 0,7 7 15,-7-7-15,0 0 0,0 0 0,8 7 0,-8-7 0,0 0 0,0 0 16,0-1-16,7 8 0,-7-7 0,0 0 0,0 0 0,0 0 0,7 0 0,-7 0 16,0 0-16,0 0 0,0 0 0,0 0 0,0 0 0,0 0 15,0 0-15,0 0 0,0 0 0,0 0 0,0-1 0,0 1 16,-7 7-16,7-7 0,0 0 0,-7 7 0,7-7 0,-8 7 16,1 0-16,0 0 15,0 0-15,7 7 16,0 0-16,-7-7 0,7 7 0,0 0 0,0 1 0,-7-8 0,7 7 15,0 0-15,0 0 0,0 0 0,-7-7 0,7 7 0,0 0 0,-7 0 0,7 0 16,-7 0-16,7 0 0,0 0 0,0 0 0,0 0 0,0 0 16,0 0-16,0 0 0,0 1 0,0-1 15,0-14 17,0-1-32,0 1 0,7 7 15,-7-7-15,7 0 0,-7 0 0,0 0 0,0 0 0,7 7 16,-7-7-16,0 0 0,7 7 0,-7-7 0,0 0 0,0 0 15,0 0-15,0 0 0,0 0 0,0 0 0,7 7 0,-7-7 16,0-1-16,0 1 0,0 0 0,0 0 16,0 0-16,-7 7 0,0-7 0,0 7 15,7-7-15,-7 7 0,0 0 0,0 0 16,0 0-16,0 0 0,0 0 16,7 7-16,-7-7 0,0 0 0,7 7 0,-7-7 0,7 7 0,-7 0 15,-1-7-15,8 7 0,0 0 0,-7 1 0,0-1 0,0 0 0,7 0 16,0 0-16,-7-7 0,0 0 0,7 14 0,0-7 0,-7 0 0,7 0 0,-7-7 0,7 7 15,-7 0-15,7 0 0,0 0 0,0 0 0,-7-7 0,7 7 0,0 0 0,0 1 16,-7-8-16,7 7 0,0 0 0,0 0 0,0 0 16,7-7-1,0 0-15,-7-7 16,7 7-16,-7-7 0,7 7 0,-7-7 0,0 0 16,7 7-16,-7-8 0,7 1 0,-7 0 0,0 0 0,7 7 0,-7-7 0,0 0 15,7 7-15,-7-7 0,7 0 0,-7 0 0,0 0 16,0 0-16,0 0 0,0 0 0,0 0 0,0 0 15,0 0-15,0 0 16,0-1-16,-7 8 0,0 0 0,0 0 31,7 8-31,-7-8 0,7 7 16,0 0-16,0 0 0,0 0 0,-7-7 0,7 7 0,0 0 0,-7-7 0,7 7 16,0 0-16,0 0 0,-7-7 0,7 7 0,0 0 0,0 0 0,0 7 0,0-7 15,0 0-15,0 1 0,0-1 0,0 0 0,0 0 0,0 0 0,0 0 16,0 0-16,0 0 0,7-7 0,-7 7 0,7 0 0,-7 0 15,7-7-15,0 0 0,-7 7 0,7-7 0,0 0 0,0 0 16,-7 7-16,7-7 0,1 0 0,-1 0 16,-7-7-16,7 7 0,0 0 0,-7-7 0,0 0 0,0 0 15,0 0-15,7 7 0,-7-7 0,0 0 0,0 0 16,0 0-16,0 0 0,7 7 0,-7-7 0,0 0 0,0-1 0,0 1 16,0 0-16,0 0 0,0 0 0,0 0 0,0 0 15,0 0-15,0 0 0,0 0 0,0 0 0,-7 7 0,7-7 16,0 0-16,-7 7 0,0 0 0,7-7 15,-7 7-15,0 0 16,-1 0-16,8 7 16,0 0-16,0 0 0,0 0 0,-7-7 0,7 7 15,0 0-15,-7 0 0,7 0 0,0 0 0,0 0 0,0 0 0,0 0 0,0 0 16,0 1-16,0-1 0,0 0 0,0 0 0,0 0 0,0 0 0,0 0 16,0 0-16,0 0 0,7-7 0,-7 7 0,0 0 15,7-7-15,1 0 0,-8 7 0,7-7 0,0 0 0,0 0 16,0 0-16,0 0 0,0-7 15,-7 0-15,7 7 0,-7-7 16,0 0-16,0 0 0,7 7 0,-7-7 0,0 0 0,0 0 16,0 0-16,0 0 0,0 0 15,0-1-15,0 1 0,0 0 0,0 0 0,0 0 0,0 0 16,0 0-16,0 0 0,0 0 0,-7 7 16,7-7-16,0 0 0,-7 7 0,7-7 0,-7 7 0,7-7 0,-7 7 0,7-7 0,-7 7 15,0 0-15,0 0 0,7-7 0,-7 0 0,-1 7 0,1 0 16,0 0-16,0 0 0,0 0 0,0 0 0,0 0 15,0 0-15,7 7 0,-7-7 16,7 7-16,0 0 0,0 0 0,-7 0 0,7 0 0,0 0 16,0 0-16,-7 0 0,7 0 0,0 0 0,0 0 0,0 0 0,0 0 15,0 0-15,0 1 0,0-1 0,0 0 0,-7 0 0,7 0 16,0 0-16,0 0 0,0 0 0,0 0 0,0 0 16,7-7-16,-7 7 0,7-7 0,0 0 15,0 0-15,0 0 0,0-7 16,0 7-16,-7-7 0,0 0 0,7 7 0,-7-7 0,7 7 0,-7-7 15,7 0-15,-7 0 0,7 0 0,-7 0 0,8 7 0,-8-7 0,0-1 16,0 1-16,0 0 0,0 0 0,7 7 0,-7-7 0,0 0 0,0 0 0,0 0 16,0 0-16,0 0 0,0 0 0,0 0 0,0 0 15,0 0-15,0 0 0,0 0 0,-7 7 16,7-7-16,-8 7 16,1 0-16,0 0 15,0 7-15,7 0 0,-7 0 16,0 0-16,7 0 0,-7 0 0,0 0 0,0-7 15,7 7-15,0 0 0,0 0 0,-7-7 0,0 7 0,7 0 0,0 0 16,0 0-16,0 0 0,0 0 0,-7-7 0,7 8 0,0-1 16,0 0-16,0 0 0,0 0 0,7-7 15,0 0-15,0 0 16,0 0-16,0 0 0,-7-7 0,0 0 16,7 7-16,-7-7 0,7 7 0,-7-7 0,0-1 0,7 8 0,-7-7 15,0 0-15,7 7 0,-7-7 0,0 0 0,7 7 0,-7-7 0,0 0 0,0 0 0,0 0 16,7 7-16,-7-7 0,0 0 0,0 0 0,0 0 0,0 0 15,0 0-15,0 0 0,0 0 16,0-1-16,-7 8 0,7-7 0,-7 7 0,0 0 16,7-7-16,-7 7 0,0 0 0,0 0 15,0 0-15,0 0 16,7 7-16,-7-7 0,7 7 0,0 1 16,-7-8-16,7 7 0,0 0 0,-7 0 15,7 0-15,0 0 0,-7-7 0,7 7 0,0 0 0,0 0 16,0 0-16,0 0 0,0 0 0,0 0 0,0 0 15,0 0-15,0 0 0,0 0 0,0 1 0,7-8 16,-7 7-16,0 0 0,7-7 0,0 0 0,-7 7 16,0 0-16,7-7 0,0 0 0,-7 7 0,7-7 0,0 0 15,0 0-15,0 0 47,0-7-31,-7 0-16,7 7 0,-7-7 0,0 0 0,0 0 15,0-1-15,7 1 0,-7 0 0,0 0 0,0 0 16,0 0-16,0 0 0,0 0 0,0 0 0,0 0 16,0 0-16,-7 0 0,0 7 0,7-7 0,0 0 0,-7 7 15,7-7-15,-7 7 0,0-7 0,0 7 16,0 0-16,7-7 0,-7 7 0,7-8 0,0 16 31,0-1-15,0 0-16,0 0 0,-7 0 0,7 0 15,0 0-15,0 0 0,-7-7 0,7 7 0,0 0 0,0 0 16,0 0-16,0 0 0,0 0 0,0 0 16,0 0-16,7-7 0,-7 7 0,7 1 0,0-8 0,0 0 15,0 0-15,0 0 0,0 0 0,0 0 0,0 0 16,0 0-16,-7-8 0,8 8 0,-8-7 0,7 7 16,-7-7-16,7 7 0,-7-7 0,7 7 0,-7-7 0,0 0 0,0 0 15,7 7-15,-7-7 0,0 0 0,7 0 0,-7 0 0,0 0 16,0 0-16,0 0 0,0 0 0,0 0 0,0 0 0,0-1 15,0 1-15,0 0 0,0 0 0,0 0 16,0 0-16,0 0 0,-7 0 0,7 0 16,0 0-16,-7 7 0,7-7 0,-7 7 0,0 0 15,7-7-15,-7 7 16,-1 0 0,8 7-1,0 0-15,-7-7 0,0 7 0,7 0 0,-7-7 0,7 7 16,0 0-16,0 0 0,0 0 0,-7 0 0,7 0 15,0 0-15,0 1 0,0-1 0,0 0 0,0 0 0,0 0 0,0 0 0,0 0 16,0 0-16,0 0 0,0 0 0,0 7 0,0-7 16,7-7-16,0 0 0,-7 7 0,7-7 0,-7 7 0,7 0 0,1-7 15,-8 7-15,7-7 0,0 0 0,0 0 0,0 0 16,0 0-16,0 0 0,0 0 16,0 0-16,0 0 0,0-7 15,-7 0-15,7 0 0,0 7 0,-7-7 16,0 0-16,7 7 0,0 0 15,-7-7-15,0 0 0,7 7 0,-7-7 16,-7 7 0,7-7-16,-7 7 0,7-7 0,-7 7 15,0 0-15,7-7 0,-7 7 0,7-7 0,-7 7 16,0 0-16,7-7 0,-7 7 0,0 0 0,0 0 16,0 0-16,7-7 0,-7 7 0,0 0 0,0 0 0,0 0 15,-1 0-15,1 0 0,0 0 0,0 0 0,0 0 16,0 0-16,0 0 0,0 0 0,0 0 0,0 0 15,7 7-15,-7-7 0,7 7 0,-7 0 0,0-7 16,7 7-16,-7-7 0,7 7 0,-7-7 0,7 7 16,-7 0-16,7 0 0,-7-7 0,7 7 0,0 0 0,-7-7 15,0 0-15,7 7 0,0 0 0,-8-7 0,8 7 0,-7-7 0,7 7 0,0 1 16,-7-8-16,0 0 0,7 7 0,-7-7 0,7 7 0,0 0 0,-7-7 0,0 0 0,7 7 16,0 0-16,0 0 0,-7-7 0,7 7 0,0 0 15,7-7 16,0 0-31,0 0 16,0 0-16,0 0 16,-7-7-16,7 7 0,-7-7 0,7 7 15,-7-7-15,8 7 0,-8-7 0,7 7 16,0-7-16,-7 0 0,0 0 0,0 0 16,0-1-16,0 1 15,0 0-15,0 0 0,-7 7 0,0 0 0,7-7 16,-8 7-16,1 0 0,7-7 0,-7 7 0,0 0 0,0 0 0,0 0 15,0 0-15,0 0 0,0 0 0,0 0 0,0 0 16,0 0-16,0 0 0,0 0 0,0 0 16,0 0-16,7 7 0,-7-7 0,7 7 0,0 0 15,0 0-15,0 0 0,0 1 0,0-1 0,0 0 16,0 0-16,0 0 0,0 0 0,0 0 0,0 0 16,0 0-16,0 0 0,0 0 0,0 0 0,0 0 0,7 0 15,0 0-15,0-7 16,0 0-1,-7-7-15,7 7 0,0 0 0,-7-7 0,7 7 0,-7-7 0,0 0 16,0 0-16,7 7 0,-7-7 0,7 0 0,-7 0 0,0 0 0,7 0 16,0 0-16,-7 0 0,0 0 0,0 0 0,0-1 0,0 1 15,0 0-15,0 0 0,0 0 0,0 0 0,0 0 0,0 0 16,0 0-16,0 0 0,0 0 0,-7 7 0,7-7 16,-7 7-16,7-7 0,-7 7 0,7-7 0,-7 7 15,0 0-15,0 0 16,7 7-16,0 0 0,0 0 15,-7-7-15,7 7 0,0 0 0,0 0 0,0 0 16,0 0-16,0 0 0,0 0 0,0 0 0,0 0 0,0 0 16,0 1-16,7-8 0,-7 7 0,7-7 0,-7 7 15,7-7-15,-7 7 0,7-7 0,0 0 0,0 0 16,0 7-16,0-7 0,0 0 0,0 0 16,0 0-16,-7-7 0,7 7 15,-7-7-15,0 0 0,8 7 0,-8-7 0,0-1 16,7 1-16,-7 0 0,0 0 0,0 0 15,0 0-15,7 7 0,-7-7 0,0 0 16,0 0-16,-7 7 47,7 7-47,-7 0 0,7 0 16,0 0-16,0 0 0,0 0 15,0 0-15,0 0 0,0 1 0,0-1 16,0 0-16,0 0 15,7-7-15,0 0 0,0 0 16,0 0-16,0-7 16,-7 0-16,7 7 0,0 0 0,-7-7 0,0-1 0,7 8 15,-7-7-15,0 0 0,7 7 0,-7-7 0,0 0 0,0 0 16,0 0-16,7 0 0,-7 0 0,0 0 16,0 0-16,0 0 15,0 0-15,0 0 0,-7 7 0,0 0 16,7-7-16,-7 7 15,0 0-15,0 0 16,0 0 0,7 7-1,-7-7-15,7 7 0,0 0 0,0 0 16,-7 0-16,0-7 0,7 7 0,0 0 16,0 0-16,-7-7 0,7 7 0,0 0 0,0 0 15,0 0-15,0 0 0,0 0 16,0 1-1,7-8-15,0 0 16,0 0 0,-7-8-16,7 8 15,-7-7-15,7 7 0,-7-7 16,7 7-16,-7-7 0,7 7 0,-7-7 0,0 0 0,7 7 0,-7-7 16,7 7-16,-7-7 0,0 0 0,0 0 15,0 0-15,0 0 0,0 0 0,0 0 0,0 0 16,0 0-16,0 0 15,0-1-15,-7 8 0,7-7 0,-7 7 16,0 0 0,0 0-1,0 0 1,0 0-16,7 7 0,0 1 0,-7-8 0,7 7 16,-7-7-16,7 7 0,-7 0 0,7 0 0,0 0 0,0 0 15,0 0-15,0 0 0,0 7 0,-8-14 0,8 7 16,0 0-16,0 0 0,0 0 0,0 0 0,0 0 15,0 1-15,8-8 0,-1 0 16,0 7-16,0-7 16,0 0-16,0 0 15,0 0-15,0-7 16,-7-1-16,7 8 0,-7-7 16,7 0-16,-7 0 0,0 0 0,0 0 15,7 7-15,-7-7 0,0 0 0,0 0 16,0 0-16,0 0 0,0 0 0,0 0 0,0 0 15,0 0-15,0 0 0,-7 7 16,7-7-16,-7 7 0,7-8 0,-7 8 16,7-7-16,-7 7 0,0 0 15,0 0 17,0 0-32,7 7 0,0 1 15,0-1-15,0 0 0,0 0 0,-7-7 0,7 7 16,0 0-16,-7 0 0,7 0 0,0 0 0,0 0 15,0 0-15,0 0 0,0 0 0,0 0 0,0 0 16,0 0-16,0 0 0,7-7 0,-7 8 0,7-8 16,0 0-1,0 0 1,0 0 0,-7-8-16,7 8 0,0-7 15,-7 0-15,7 7 0,-7-7 0,0 0 16,0 0-16,7 7 0,-7-7 15,0 0-15,7 7 0,-7-7 16,0 0-16,0 0 0,-7 7 0,7-7 16,0 0-16,-7 7 0,7-7 0,-7 7 15,7-7-15,0 0 0,-7 7 0,0 0 0,0 0 16,7-7-16,-7 7 0,0 0 16,7-8-16,-7 8 0,0 0 0,0 0 15,-1 0-15,1 0 0,7 8 0,-7-8 16,0 7-16,7 0 0,-7-7 15,7 7-15,0 0 0,0 0 0,-7-7 0,7 7 16,-7-7-16,7 7 0,0 0 0,0 0 16,0 0-16,0 0 0,0 0 15,0 0-15,7-7 0,0 0 16,0 0-16,0 0 0,0 0 16,0 0-16,1 0 15,-1 0-15,0 0 0,0 0 0,-7-7 16,7 7-16,-7-7 0,7 7 0,0 0 15,-7-7-15,7 0 0,-7 0 16,7 7-16,-7-7 0,7 7 0,-7-7 0,0 0 16,0 0-16,0 0 0,0 0 15,0 0-15,-7 7 0,7-7 16,0-1-16,-7 8 0,0 0 0,0 0 0,0 0 16,0 0-16,0 0 15,0 0-15,0 0 0,-1 0 16,1 0-16,7 8 0,0-1 15,-7 0-15,7 0 0,-7-7 0,7 7 16,0 0-16,-7-7 0,7 7 0,0 0 0,0 0 0,0 0 16,0 0-16,0 0 0,0 0 0,0 0 0,0 0 15,0 0-15,0 0 0,0 1 0,7-8 0,-7 7 16,7-7-16,-7 7 0,0 0 0,7-7 0,0 0 0,-7 7 0,8 0 16,-1-7-16,0 0 0,0 0 15,0 0-15,0 0 16,0-7-1,0 7-15,-7-7 16,0 0-16,7 7 0,-7-7 0,0 0 16,0-1-16,0 1 15,0 0-15,0 0 0,-7 0 16,7 0-16,-7 7 0,0-7 0,7 0 16,-7 0-16,0 0 0,7 0 0,-7 7 15,7-7-15,-7 7 0,7-7 0,-7 7 0,-1 0 16,1-7-16,7 0 0,-7 7 0,0 0 0,0 0 15,0 0-15,0 0 0,0 0 16,0 0-16,0 0 16,7 7-16,-7 0 15,7 0-15,0 0 16,0 0-16,0 0 0,7-7 16,-7 7-16,0 0 0,7 0 15,-7 0-15,7-7 0,-7 7 16,0-14 31,0 0-47,7 7 15,-7-7 204,7 7-156,-7 7 890,0 0-938,0 0-15,0 0 16,0 0-16,7-7 0,-7 7 0,0 1 16,7-8-16,-7 7 0,0 0 0,7 0 15,-7 0-15,0 0 0,0 0 16,7 0-16,-7 0 0,7-7 0,-7 7 0,0 0 15,8-7-15,-8 7 16,7-7-16,0 0 16,0 0-1,-7-7-15,7 0 0,-7 0 0,7 7 0,-7-7 0,7 0 16,0 7-16,-7-7 0,0 0 0,7 7 16,-7-7-16,0 0 0,0 0 0,0 0 15,0-1-15,0 1 0,0 0 16,0 0-16,0 0 0,0 0 15,-7 7-15,0 0 0,7-7 0,-7 7 0,7-7 16,-7 7-16,0 0 0,7-7 0,-7 0 16,0 7-16,0 0 0,7-7 0,-8 7 0,1 0 15,0 0-15,0 0 16,0 0-16,0 0 16,0 0-16,7 7 0,0 0 15,0 0-15,0 0 0,-7-7 0,7 7 16,0 0-16,0 0 0,0 0 0,0 0 0,0 0 15,0 1-15,0-1 16,0 0-16,0 0 0,7-7 0,0 7 16,-7 0-16,7-7 15,0 0-15,0 0 32,0 0-1,0 0-31,-7-7 15,0 0 1,0 0-16,0 0 0,0 0 16,0-1-16,0 1 15,0 0-15,-7 7 0,7-7 16,0 0-16,0 0 0,-7 7 0,0 0 16,0-7-16,7 0 0,-7 7 15,0 0-15,7-7 0,-7 7 16,0 0-16,0 0 15,0 0-15,0 0 16,0 0-16,0 0 0,7 7 16,-7-7-16,7 7 0,0 0 0,-7-7 15,7 7-15,0 0 0,0 0 0,0 0 0,0 0 16,0 1-16,0-1 0,0 0 16,0 0-16,7-7 0,-7 7 15,7-7-15,0 0 0,-7 7 0,7-7 0,0 0 16,0 0-16,0 0 0,0 0 15,0 0-15,0 0 16,0 0-16,-7-7 0,7 7 0,0 0 16,-7-7-16,7 7 0,-7-7 0,7 7 0,-7-7 0,8 7 15,-1-7-15,-7-1 0,7 8 0,-7-7 0,7 7 16,-7-7-16,7 7 0,-7-7 0,0 0 0,0 0 0,7 7 0,-7-7 16,7 0-16,-7 0 0,0 0 0,0 0 15,0 0-15,0 0 0,0 0 16,0 0-16,-7 0 0,7 0 15,0-1-15,-7 8 0,7-7 0,-7 7 16,7-7-16,0 0 0,-7 7 0,0 0 0,0 0 16,7-7-16,-8 7 0,8-7 0,-7 7 0,0 0 15,0 0-15,0 0 16,0 0 0,0 0-16,0 0 15,7 7-15,-7-7 0,7 7 16,0 0-16,0 0 0,-7-7 0,7 7 0,0 1 15,-7-8-15,7 7 0,-7 0 0,7 0 0,0 0 16,0 0-16,0 0 0,0 0 0,0 0 16,0 0-16,0 0 0,7 0 15,0-7-15,0 0 16,0 0 0,0 0-16,0 0 0,0 0 15,0 0-15,0 0 0,0 0 16,0 0-16,1 0 0,-1 0 15,0 0-15,0 0 0,-7-7 0,7 7 16,-7-7-16,7 7 0,0 0 16,-7-7-16,0 0 15,0 0-15,0 0 16,0 0 0,-7 7-16,7-7 0,0 0 0,-7 7 15,7-7-15,-7 7 0,7-7 0,-7 7 0,7-8 16,-7 8-16,0 0 0,7-7 0,-8 7 0,1 0 0,7-7 15,-7 7-15,0 0 0,0 0 0,7-7 0,-7 7 0,0 0 16,0 0-16,0 0 0,7 7 16,0 0-16,-7-7 0,0 0 0,7 7 0,-7 1 0,7-1 15,0 0-15,-7-7 0,7 7 0,0 0 0,-7 0 0,7 0 16,0 0-16,0 0 0,0 0 0,0 0 0,0 0 0,-7 0 0,7 0 0,0 0 16,0 0-16,0 0 0,0 1 0,0-1 0,0 0 0,0 0 0,0 0 15,0 0-15,0 0 0,7-7 0,-7 7 0,0 0 16,7-7-16,0 0 0,0 0 0,-7 7 15,7-7-15,0 0 0,0 0 0,0 0 16,0 0-16,-7-7 0,7 0 0,0 0 16,0 7-16,-7-7 0,7 7 0,-7-7 0,7 7 0,-7-7 15,8 7-15,-8-7 0,7 0 0,0 7 0,-7-7 0,0-1 0,0 1 16,7 7-16,-7-7 0,0 0 0,0 0 0,7 7 0,-7-7 0,0 0 16,0 0-16,0 0 0,0 0 0,0 0 0,0 0 15,0 0-15,-7 7 0,7-7 0,0 0 16,-7 0-16,0 7 0,7-7 0,-7 7 15,7-8-15,-8 8 0,1 0 16,0 0 0,0 0-16,0 0 15,7 8-15,-7-8 0,0 7 0,7 0 0,-7-7 16,7 7-16,-7-7 0,7 7 0,0 0 0,-7-7 0,0 7 0,7 0 0,-7-7 0,7 7 16,0 0-16,0 0 0,-7-7 0,7 7 0,-7 0 0,7 0 0,0 0 15,0 0-15,0 0 0,-7 1 0,7-1 0,0 0 0,0 0 0,0 0 16,0 0-16,0 0 15,0 0-15,7-7 16,0 0-16,0 0 16,-7-7-16,7 7 0,0 0 0,-7-7 0,0 0 15,7 7-15,-7-7 0,7 0 0,-7 0 0,0 0 16,0-1-16,7 1 0,-7 0 0,7 7 0,-7-7 16,0 0-16,0 0 0,0 0 0,0 0 0,0 0 15,0 0-15,0 0 0,0 0 0,0 0 16,-7 7-16,7-7 0,0 0 0,-7 7 0,7-7 15,-7 7-15,7-7 0,-7 7 0,0 0 0,0-8 16,0 8-16,0 0 0,0 0 16,0 0-16,7-7 0,-7 7 15,-1 0-15,1 0 16,7 7-16,0 1 0,-7-8 0,0 0 0,7 7 0,-7-7 0,7 7 16,0 0-16,-7-7 0,7 7 0,-7-7 0,7 7 0,0 0 0,-7 0 0,7 0 15,-7-7-15,7 7 0,-7-7 0,7 7 0,0 0 0,0 0 0,-7-7 0,7 7 0,-7-7 16,7 7-16,0 0 0,0 0 0,0 1 0,0-1 0,0 0 0,0 0 15,0 0-15,0 0 0,0 0 16,0 0-16,7-7 0,-7 7 0,7-7 16,0 0-16,0 0 0,0-7 15,0 0-15,0 7 16,-7-7-16,7 7 0,0-7 0,0 7 0,-7-7 0,7 0 0,-7 0 16,8 7-16,-1 0 0,-7-7 0,7-1 0,-7 1 15,7 7-15,-7-7 0,7 7 0,-7-7 0,0 0 0,0 0 0,7 7 16,-7-7-16,0 0 0,0 0 0,7 7 0,-7-7 0,0 0 15,0 0-15,0 0 0,0 0 16,0 0-16,0 0 0,0 0 16,0-1-16,-7 8 0,7-7 15,-7 7-15,7-7 16,-7 7-16,0 0 16,0 0-16,7 7 15,-7-7-15,7 7 0,0 1 0,0-1 0,-8 0 0,8 0 16,-7 0-16,7 0 0,-7 0 0,7 0 0,0 0 0,0 0 15,0 0-15,0 0 0,0 0 0,0 0 0,0 0 0,0 0 0,0 0 0,0 1 0,0-1 16,0 0-16,0 0 0,0 0 0,0 0 0,0 0 0,0 0 0,0 0 0,0 0 16,0 0-16,7 0 0,0 0 0,-7 0 0,0 0 0,8-7 0,-1 7 15,-7 0-15,7-7 0,0 0 0,0 0 0,0 0 16,0 0-16,0 0 0,0 0 16,0 0-16,-7-7 0,7 7 0,-7-7 0,7 0 15,-7 0-15,0 0 0,7 7 0,-7-7 0,7 7 0,-7-7 0,0 0 16,0 0-16,7 7 0,-7-7 0,0 0 0,0 0 0,0 0 0,0 0 0,0 0 15,0 0-15,0-1 0,0 1 0,0 0 0,0 0 16,0 0-16,0 0 0,0 0 0,0 0 0,0 0 0,0 0 16,-7 7-16,0 0 0,7-7 0,0 0 0,-7 7 15,0-7-15,0 7 32,0 0-32,7 7 0,0 0 0,0 0 15,-7-7-15,7 7 0,0 0 0,0 0 0,-7 0 0,7 0 0,-7 0 16,7 0-16,0 0 0,0 0 0,0 1 0,-7-1 0,7 0 15,-7 0-15,7 0 0,-7 0 0,7 0 0,0 0 0,0 0 0,0 0 16,0 0-16,0 0 0,-7-7 0,7 7 0,0 0 0,-7-7 16,7 7-16,0 0 0,0-14 47,0 0-47,0 0 0,7 0 0,-7 0 15,0 0-15,7 0 0,0 0 0,0 7 0,-7-7 16,0 0-16,0 0 0,0 0 0,0 0 0,7 7 0,-7-7 0,0 0 15,0-1-15,0 1 0,0 0 0,0 0 0,0 0 16,0 0-16,0 0 0,0 0 0,-7 7 0,7-7 16,-7 7-16,7-7 0,-7 7 0,7-7 0,-7 0 15,0 7-15,7-7 16,-8 7-16,1 0 0,0 0 0,0 0 16,0 0-16,0 0 15,0 7-15,7 0 0,0 0 0,-7-7 16,7 7-16,-7 0 0,7 0 0,0 0 0,-7-7 0,7 7 0,0 0 15,0 0-15,0 0 0,0 0 0,0 1 0,-7-1 0,7 0 16,0 0-16,0 0 0,0 0 0,0 0 16,0 0-16,7-7 15,0 0 1,0 0-16,0-7 0,0 0 0,-7 0 16,7 0-16,-7 0 0,7 7 0,-7-7 0,0 0 0,7 7 0,0-8 15,0 8-15,-7-7 0,0 0 0,0 0 0,0 0 0,8 7 16,-8-7-16,0 0 0,0 0 0,0 0 0,0 0 0,7 7 15,-7-7-15,0 0 0,0 0 0,0 0 16,0 0-16,-7 7 16,7-7-16,0 0 0,-8 7 15,1 0-15,0 0 16,0 0-16,0 7 0,7 0 16,-7-7-16,7 7 0,-7-7 0,7 7 0,-7 0 0,7 0 15,-7-7-15,7 7 0,-7 0 0,7 0 0,0 0 0,-7-7 0,7 7 16,-7 0-16,7 0 0,-7 0 0,7 0 0,0 0 0,-7-7 0,7 8 15,-7-8-15,7 7 0,0 0 0,0 0 0,0 0 0,0 0 16,0 0-16,0-14 47,0 0-47,7 7 0,-7-7 0,0 0 16,7 7-16,-7-7 0,0 0 0,7 7 0,0-8 0,-7 1 0,0 0 0,7 0 15,-7 0-15,7 7 0,-7-7 0,0 0 0,0 0 0,7 7 0,-7-7 16,0 0-16,0 0 0,7 0 0,-7 0 0,0 0 15,0 0-15,0 0 0,0 0 0,0-1 0,0 1 0,0 0 16,0 0-16,0 0 0,-7 7 0,0 0 16,7-7-16,-7 7 0,7-7 0,0 0 15,-7 7-15,0 0 0,0 0 0,0 0 16,0 0-16,0 0 0,0 0 16,7 7-16,0 0 0,-7-7 0,0 7 0,7 0 15,-8-7-15,8 7 0,0 0 0,0 0 0,-7-7 0,7 8 0,-7-8 0,7 7 0,-7 0 16,7 0-16,0 0 0,-7-7 0,7 7 0,-7 0 0,7 0 0,0 0 0,-7-7 15,7 7-15,0 0 0,-7-7 0,7 7 0,0 0 0,0 0 0,0 0 16,0 0-16,0 0 0,0 1 0,0-1 0,0 0 16,0 0-16,0 0 0,7-7 0,0 0 15,0 0-15,0 0 16,0 0-16,0 0 16,-7-7-16,7 7 0,1 0 0,-8-7 0,7 7 15,-7-7-15,7 7 0,-7-7 0,7 7 0,-7-8 0,7 8 16,-7-7-16,7 7 0,-7-7 0,7 7 0,-7-7 0,7 7 0,-7-7 0,7 0 15,-7 0-15,0 0 0,7 0 0,-7 0 0,7 7 0,-7-7 16,7 0-16,-7 0 0,0 0 0,0 0 0,0 0 16,0 0-16,7 7 0,-7-8 0,0 1 0,0 0 15,0 0-15,0 0 0,0 0 0,0 14 47,0 0-47,0 0 0,0 0 0,0 0 0,0 1 0,-7-8 16,7 7-16,-7-7 0,7 14 0,0-7 0,-7 0 0,7 0 0,0 0 0,0 0 15,0 0-15,0 0 0,0 0 0,-7-7 0,7 7 0,0 0 0,0 0 16,0 0-16,0 0 0,0 1 0,0-1 0,0 0 16,0 0-16,0 0 15,7-7-15,0 0 16,0 0 0,-7-7-16,7 7 0,-7-7 0,7 7 0,-7-7 15,0 0-15,0-1 0,0 1 0,7 7 0,-7-7 16,7 7-16,-7-7 0,0 0 0,0 0 0,0 0 15,0 0-15,0 0 0,0 0 0,0 0 16,0 0-16,0 0 0,0 0 16,0 0-16,-7 7 0,7-7 15,0 0-15,-7 7 0,0 0 0,0 0 16,0 0-16,0 0 0,0 0 16,0 0-16,0 0 0,0 0 0,0 0 15,7 7-15,-7-7 0,7 7 0,-7 0 0,7 0 0,0 0 16,-7-7-16,7 7 0,-7-7 0,-1 7 0,8 0 0,0 0 0,0 0 15,-7 0-15,7 0 0,0 0 0,0 0 0,-7 0 0,7 0 0,0 1 16,0-1-16,0 0 0,0 0 0,0 0 0,7-7 16,-7 7-16,7-7 0,-7 7 0,8-7 15,-1 0-15,0 0 0,0 0 16,-7-7-16,7 7 0,0 0 0,-7-7 0,7 7 16,-7-7-16,0 0 0,0 0 0,7 7 0,-7-7 0,7 7 0,-7-8 15,0 1-15,0 0 0,7 7 0,-7-7 0,0 0 0,7 7 16,-7-7-16,0 0 0,0 0 0,0 0 0,7 0 0,-7 0 15,0 0-15,0 0 0,0 0 0,0 0 16,0 0-16,-7 7 16,0 0-1,0 0 1,7 7-16,-7-7 0,7 7 0,0 0 0,-7-7 16,7 7-16,0 0 0,-7-7 0,7 7 0,-7-7 0,7 7 0,0 0 0,-7 0 0,7 0 15,-7-7-15,7 7 0,0 0 0,0 0 0,-7 0 0,7 0 0,-7-7 0,7 8 16,0-1-16,-8-7 0,8 7 0,0 0 0,0 0 0,0 0 0,0 0 15,0 0-15,0 0 0,0-14 32,0 0-17,0 0-15,0 0 0,0 0 0,0 0 0,0 0 16,8 7-16,-8-7 0,0-1 0,0 1 0,0 0 0,0 0 16,0 0-16,0 0 0,0 0 0,0 0 0,0 0 15,0 0-15,0 0 0,0 0 0,0 0 0,0 0 16,0 0-16,-8 7 15,8-7-15,0 14 79,0 0 717,0 0-764,0 0-17,0 0-15,0 0 16,0 0 0,0 0-16,0 0 15,0 0-15,0 0 16,0 0-16,0 0 15,0 0-15,8-7 16,-1 0 31,-7-7-47,0 0 16,0 0-1,7 7-15,-7-7 0,7 0 16,-7 0-16,0 0 0,0 0 15,0 0-15,0 0 0,0 0 16,0 0-16,-7 7 0,7-7 0,0 0 16,0 0-16,-7 7 0,7-8 0,-7 8 15,-1-7-15,8 0 0,-7 7 16,7-7-16,-7 7 0,7-7 16,-7 7-16,0 0 31,7 7-31,-7-7 0,7 7 0,0 0 15,0 0-15,0 1 0,0-1 0,-7-7 0,7 7 16,0 0-16,-7-7 0,7 7 0,0 0 0,0 0 0,0 0 16,0 0-16,0 0 0,0 0 0,0 0 0,0 0 15,0 0-15,0 0 0,0 0 16,7-7-16,-7 7 0,7-7 0,0 0 31,0 0-15,-7-7-1,7 0-15,0 7 0,-7-7 0,0 0 16,7 7-16,-7-7 0,0 0 0,8 0 0,-8 0 16,0 0-16,7 7 0,-7-7 0,0 0 15,0 0-15,0 0 0,0 0 0,0 0 16,0 0-16,0-1 16,-7 8-16,-1 0 0,8-7 15,0 0-15,-7 7 0,0 0 0,0 0 16,0 0-1,0 0 1,7 7-16,0 0 0,-7-7 0,0 0 0,7 8 0,0-1 16,-7-7-16,7 7 0,0 0 0,-7-7 0,0 7 0,7 0 15,0 0-15,0 0 0,-7-7 0,7 7 0,-7-7 0,7 7 0,0 0 0,0 0 16,0 0-16,0 0 0,0 0 0,0 0 0,0 0 16,0 1-16,0-1 0,0 0 15,7-7-15,-7 7 0,7-7 31,0 0-31,-7-7 0,7 7 0,-7-7 16,0 0-16,7 7 0,0-8 0,-7 1 0,0 0 16,7 7-16,0-7 0,-7 0 0,7 7 0,-7-7 0,0 0 15,0 0-15,0 0 0,7 7 0,-7-7 0,0 0 16,0 0-16,0 0 0,0 0 0,0 0 0,0 0 16,0 0-16,0-1 0,-7 1 15,0 7 1,7-7-16,-7 7 0,0 0 15,0 0 1,7 7-16,-7-7 0,0 7 16,0 1-16,7-1 0,-7 0 0,7 0 0,-7-7 15,7 7-15,0 0 0,0 0 0,0 0 0,0 0 0,-7-7 0,7 7 0,0 0 16,0 0-16,0 0 0,0 0 0,0 0 0,0 0 16,0 0-16,0 1 0,0-1 0,0 0 0,0 0 0,0 0 15,0 0-15,0 0 0,7-7 16,0 0-1,-7-7 1,0 0-16,7 7 0,-7-7 0,7 7 0,-7-7 0,7 7 16,-7-7-16,0 0 0,7-1 0,-7 1 0,7 0 0,-7 0 15,0 0-15,0 0 0,0 0 0,0 0 0,0 0 0,0 0 16,0 0-16,0 0 0,0 0 0,0 0 0,0 0 16,0 0-16,0 0 0,0-1 0,0 1 0,0 0 15,-7 7-15,7-7 0,0 0 0,0 0 16,-7 7-16,0 0 31,0 0-31,7 7 0,0 0 0,0 0 16,-7-7-16,7 7 0,-7-7 0,7 7 0,0 1 15,0-1-15,-7-7 0,7 7 0,0 0 0,-7-7 0,7 7 0,0 0 0,-7-7 0,7 7 0,0 0 16,0 0-16,-7-7 0,7 7 0,0 0 0,0 0 0,-8-7 0,8 7 0,0 0 0,0 0 16,0 0-16,0 0 0,0 1 0,0-1 0,0 0 0,0 0 0,0 0 15,0 0-15,8-7 16,-1 0-1,-7-7 1,7 7-16,-7-7 0,7 0 0,-7 0 0,0 0 0,7-1 16,-7 1-16,0 0 0,0 0 0,0 0 0,7 7 0,-7-7 15,0 0-15,0 0 0,0 0 0,0 0 0,0 0 0,0 0 16,0 0-16,0 0 0,0 0 0,7 7 16,-7-7-16,0 0 0,0-1 0,0 1 0,0 0 15,0 0-15,0 0 0,0 14 47,-7 0-47,0 0 16,7 0-16,0 1 0,0-1 0,0 0 0,-7-7 15,7 7-15,0 0 0,-7-7 0,7 7 0,0 0 0,-7-7 0,7 7 0,0 0 0,0 0 16,0 0-16,0 0 0,0 0 0,0 0 0,0 0 16,0 0-16,0 0 0,0 1 0,0-1 15,0-14 32,0-1-47,0 1 16,0 0-16,0 0 0,0 0 0,0 0 0,0 0 15,7 0-15,-7 0 0,0 0 0,7 7 0,-7-7 0,0 0 16,0 0-16,0 0 0,0 0 0,0 0 16,0 0-16,0-1 15,0 1-15,-7 7 0,0 0 16,0 0 15,7 7-31,-8-7 0,8 8 0,0-1 0,-7-7 0,7 7 16,-7-7-16,7 7 0,0 0 0,-7 0 0,7 0 0,-7-7 0,7 7 15,-7 0-15,7 0 0,0 0 0,0 0 0,0 0 0,0 0 16,-7-7-16,7 7 0,0 0 0,0 0 0,-7-7 16,7 8-16,0-1 0,0-14 46,0-1-46,0 1 0,0 0 0,0 0 16,0 0-16,0 0 0,0 0 0,7 7 16,-7-7-16,0 0 0,0 0 0,0 0 0,0 0 0,7 7 15,-7-7-15,0 0 0,0 0 0,0 0 0,7 7 16,-7-7-16,0-1 0,0 1 16,0 0-16,0 14 46,0 0-46,0 1 0,0-1 0,-7-7 16,7 7-16,0 0 0,0 0 0,0 0 0,0 0 0,-7 0 16,7 0-16,0 0 0,-7 0 0,7 0 0,0 0 15,0 0-15,-7-7 0,7 7 0,0 0 0,0 0 0,-7-7 0,7 8 0,0-1 16,0 0-16,-7-7 0,7 7 0,0 0 0,0-14 47,0 0-47,0 0 15,0 0-15,0-1 0,0 1 0,0 0 0,0 0 16,0 0-16,0 0 0,0 0 0,7 7 0,-7-7 0,0 0 16,0 0-16,7 0 0,-7 0 0,0 0 0,0 0 0,0 0 0,0 0 15,0 0-15,0-1 0,0 1 0,0 0 16,0 0-16,0 0 16,0 14 30,0 0-46,0 0 0,0 0 0,0 1 0,0-1 16,0 0-16,0 0 0,-7-7 0,7 7 0,-7 0 0,7 0 0,0 0 16,0 0-16,0 0 0,0 0 0,-7-7 0,7 7 0,0 0 0,0 0 15,-7-7-15,7 7 0,0 0 0,0 0 0,0 1 0,0-1 16,0 0-16,-7-7 0,7 7 16,0-14 15,0 0-31,0 0 0,0-1 15,0 1-15,0 0 0,0 0 0,0 0 16,7 0-16,-7 0 0,0 0 0,7 7 0,-7-7 0,0 0 0,0 0 16,0 0-16,0 0 0,0 0 0,0 0 0,0 0 15,0 0-15,0-1 0,0 1 16,0 0-16,0 14 47,0 0-47,0 1 15,0-1-15,0 0 0,0 0 0,0 0 0,0 0 0,-7 0 16,7 0-16,0 0 0,0 0 0,0 0 0,0 0 0,-7 0 16,7 0-16,0 0 0,0 0 0,0 0 0,-7-7 0,7 8 0,0-1 15,-7-7-15,7 7 0,0 0 16,0-14 15,-7 7-31,7-7 16,0 0-16,0-1 0,0 1 0,0 0 15,0 0-15,0 0 0,0 0 0,0 0 16,0 0-16,0 0 0,0 0 0,0 0 16,0 0-16,0 0 15,0 0-15,-7 7 0,7-7 0,0 0 16,0 0 0,0 14 15,0 0-16,0 0-15,-7-7 0,7 7 0,-8 0 0,8 0 0,0 0 16,-7 0-16,7 0 0,0 0 0,0 0 0,0 0 0,0 0 16,-7-7-16,7 7 0,0 0 0,0 0 0,-7-7 0,7 8 0,0-1 0,0 0 15,0 0-15,0 0 0,-7-7 16,7 7-16,-7-7 31,7-7-31,0 0 16,0 0-16,0 0 0,0 0 0,0-1 0,0 1 15,0 0-15,7 7 0,-7-7 0,0 0 0,0 0 0,0 0 16,0 0-16,0 0 0,0 0 0,7 7 0,-7-7 0,0 0 0,0 0 16,0 0-16,0 0 0,7 7 0,-7-7 0,0 0 0,0-1 15,0 1-15,7 0 0,-7 0 0,0 0 16,7 7-16,-7-7 0,0 14 47,0 0-47,8-7 0,-8 7 15,0 0-15,0 0 0,0 1 0,0-1 0,0 0 16,0 0-16,0 0 0,0 0 0,0 0 0,0 0 0,0 0 16,0 0-16,0 0 0,0 0 0,0 0 0,0 0 0,0 0 15,0 0-15,0 0 0,-8-7 0,8 8 0,0-1 16,-7-7-16,7 7 0,-7-7 47,7-7-47,0 0 15,0-1-15,0 1 0,0 0 0,0 0 16,0 0-16,0 0 0,0 0 0,0 0 0,0 0 16,0 0-16,0 0 0,0 0 0,0 0 0,0 0 0,0 0 15,0 0-15,0 0 0,0-1 0,-7 8 0,7-7 0,0 0 16,0 0-16,0 0 0,0 0 0,-7 7 16,7-7-16,-7 7 0,7-7 0,-7 7 0,0 0 31,0 0-31,7 7 15,-7-7-15,7 7 0,0 0 0,-7-7 0,7 7 0,-7-7 0,7 7 16,0 0-16,-7-7 0,7 7 0,-7 1 0,7-1 0,0 0 0,0 0 0,0 0 16,-7 0-16,7 0 0,-7-7 0,7 7 0,0 0 0,0 0 0,0 0 0,0 0 15,-7-7-15,7 7 0,0 0 0,-8-7 0,8 7 0,0 0 0,-7-7 0,7 7 0,0 1 16,0-1-16,-7-7 0,0 0 47,7-7-47,0-1 15,0 1-15,0 0 0,0 0 0,0 0 16,0 0-16,0 0 0,0 0 0,0 0 16,0 0-16,0 0 0,7 7 0,-7-7 0,0 0 0,0 0 15,0 0-15,0 0 0,0 0 16,0-1-16,0 1 0,0 0 16,7 7 15,-7 7-31,0 0 15,0 1-15,0-1 0,0 0 0,0 0 16,0 0-16,0 0 0,0 0 0,0 0 0,0 0 0,0 0 16,0 0-16,0 0 0,0 0 0,0 0 0,0 7 0,0-7 15,0 1-15,0-1 0,0 0 0,0 0 0,0 0 0,0 0 16,0 0-16,0 0 16,0 0-16,0-14 46,7 7-30,1-7-16,-8 0 0,7 7 0,-7-7 0,7 7 16,-7-7-16,0 0 0,7 0 0,0 0 0,-7-1 0,0 1 15,7 7-15,-7-7 0,0-7 0,7 14 0,0 0 0,-7-7 0,0 0 16,0 0-16,0 0 0,7 7 0,-7-7 0,0 0 0,0 0 0,0 0 0,7 7 16,-7-7-16,0 0 0,0 0 0,0 0 0,0-1 0,0 1 15,0 0-15,7 7 31,0 0-31,-7 7 0,0 0 16,0 1-16,7-8 0,-7 7 0,0 0 0,0 0 0,0 0 0,0 0 0,0 0 16,0 0-16,0 0 0,0 0 0,0 0 0,0 0 0,0 0 0,0 0 15,0 0-15,0 0 0,0 0 0,0 1 0,0-1 0,0 0 16,0 0-16,0 0 0,0 0 0,0 0 0,0 0 0,0 0 16,0 0-16,0-14 46,0 0-30,7 7-16,-7-7 0,0 0 0,0 0 0,0 0 16,0 0-16,7 7 0,-7-7 0,0 0 0,0-1 0,0 1 15,0 0-15,0 0 0,0 0 0,0 0 16,0 0-16,0 0 0,0 0 0,0 0 16,0 0-16,0 0 15,-7 7 1,0 0-1,0 0-15,7 7 0,-7-7 0,0 7 16,0-7-16,7 7 0,-7-7 0,0 7 0,0 0 16,7 0-16,-7-7 0,0 0 0,7 7 0,0 0 0,-7-7 0,0 0 0,7 7 15,0 0-15,-7-7 0,7 7 0,-8-7 0,1 0 0,7 8 0,0-1 16,-7-7-16,0 0 0,7 7 0,0 0 0,-7-7 31,0 0-15,0 0-1,7-7-15,0 0 16,0 0-16,0-1 0,0 1 0,0 0 16,0 0-16,0 0 0,0 0 0,0 0 15,0 0-15,0 0 0,0 0 0,0 0 16,0 0-16,0 0 0,0 0 0,0 0 0,7 7 31,-7 7-15,0 0-1,0 0-15,-7-7 0,7 7 0,0 0 0,0 0 0,-7-7 16,7 7-16,-7 0 0,7 0 0,0 0 0,0 0 0,-7-7 0,7 7 16,-7 0-16,7 0 0,-7-7 0,7 8 0,0-1 0,-7-7 0,7 7 15,-7-7-15,7 7 0,0 0 0,-7-7 0,7 7 0,-7-7 16,7 7-16,0-14 47,0 0-47,0 0 15,0 0-15,0 0 0,0 0 16,7-1-16,-7 1 0,0 0 0,0 0 16,0 0-16,0 0 0,0 0 0,0 0 15,7 7-15,-7-7 0,0 0 0,0 0 0,0 0 16,0 0-16,0 0 0,0 0 16,0 0-16,0 0 0,0-1 15,0 16 32,0-1-47,-7-7 0,7 7 0,0 0 0,-7-7 0,0 7 16,7 0-16,0 0 0,0 0 0,-7-7 0,7 7 0,-7-7 0,7 7 0,0 0 15,0 0-15,-8-7 0,8 7 0,0 0 0,-7-7 0,7 7 0,-7 7 0,7-6 16,0-1-16,0 0 0,0 0 0,0 0 0,0 0 16,-7-7-16,7 7 0,0 0 0,0-14 46,0 0-46,0 0 0,7 0 0,-7 0 16,7 7-16,-7-7 0,0 0 0,7 7 0,-7-8 0,0 1 0,0 0 16,8 7-16,-8-7 0,0 0 0,7 0 0,-7 0 0,0 0 15,0 0-15,0 0 0,0 0 0,7 0 16,-7 0-16,0 0 0,7 7 0,-7-7 0,0 0 16,0 0-16,7 7 0,-7-8 15,0 16 16,0-1-31,0 0 0,0 0 16,0 0-16,0 0 0,0 0 0,0 0 0,0 0 16,0 0-16,0 0 0,0 0 0,0 0 0,0 0 0,-7-7 0,7 7 0,0 0 15,0 0-15,0 1 0,0-1 0,0 0 0,0 0 0,0 0 0,0 0 16,0 0-16,0 0 0,0 0 0,0 0 16,0-14 15,0 0-31,0 0 15,7 0-15,-7 0 0,7 7 0,-7-7 0,0 0 16,7 7-16,-7-7 0,0 0 0,0-1 0,0 1 0,7 7 0,-7-7 0,0 0 16,7 7-16,-7-7 0,0 0 0,0 0 0,7 0 0,-7 0 15,0 0-15,0 0 0,0 0 0,0 0 16,7 7-16,-7-7 0,0 0 16,0 14 30,-7-7-30,7 7-16,0 0 0,0 0 0,-7-7 0,0 0 0,7 7 0,0 0 16,-7-7-16,7 7 0,0 0 0,-7-7 0,7 7 0,0 0 15,-7 0-15,7 0 0,0 0 0,0 0 0,-7-7 0,7 8 16,0-1-16,0 0 0,0 0 0,0 0 16,0 0-1,0-14 1,7 7-1,-7-7-15,0 0 0,7 7 0,-7-7 0,7 7 0,-7-7 16,0-1-16,0 1 0,7 7 0,-7-7 0,7 0 0,-7 0 16,0 0-16,7 7 0,-7-7 0,0 0 0,0 0 0,0 0 15,0 0-15,7 7 0,-7-7 0,0 0 0,0 0 16,0 0-16,0 0 16,0 0-16,0 14 31,0 0-16,-7 0-15,0-7 0,7 7 0,-7 0 16,7 0-16,0 0 0,-7-7 0,7 7 0,-7-7 0,7 7 0,0 0 0,0 0 16,-7-7-16,7 7 0,-7-7 0,7 7 0,0 0 0,-7 0 0,7 0 0,0 1 15,0-1-15,-7-7 0,7 7 0,0 0 0,0 0 0,0 0 16,0 0-16,7-14 47,-7 0-47,7 7 0,-7-7 0,0 0 0,7 0 0,-7 0 15,0-1-15,0 1 0,0 0 0,0 0 0,0 0 16,0 0-16,0 0 0,0 0 0,7 7 0,-7-7 16,0 0-16,0 0 0,0 0 0,0 0 0,0 0 15,0 0-15,-7 7 16,7-7-16,-7 7 0,0 0 16,0 0-1,7 7-15,-7-7 0,7 7 0,-8-7 16,1 0-16,7 7 0,-7-7 0,7 7 0,0 0 0,-7-7 15,0 7-15,7 0 0,-7-7 0,0 7 0,7 0 16,-7-7-16,7 7 0,0 0 0,-7-7 0,7 7 0,-7-7 16,7 7-16,0 0 0,0 0 0,0 1 0,0-1 15,-7-7-15,7 7 0,0 0 0,0 0 16,0 0-16,0 0 16,7-7-16,0 7 15,0-7-15,0 0 16,0 0-16,0 0 0,0 0 15,-7-7-15,7 7 0,-7-7 16,7 7-16,-7-7 0,7 7 0,-7-7 0,0 0 0,8 7 16,-8-7-16,7 7 0,-7-7 0,0-1 0,0 1 0,7 7 0,-7-7 15,7 7-15,-7-7 0,0 0 0,0 0 0,0 0 16,0 0-16,7 7 0,-7-7 0,0 0 0,0 0 16,0 0-16,0 0 0,0 0 15,0 0-15,0 0 0,-7 7 0,7-7 16,0-1-16,-7 8 0,7-7 15,-7 7-15,7-7 0,-7 7 16,-1 0-16,1 0 16,7-7-16,-7 7 0,0 0 0,7-7 0,-7 7 15,7-7-15,-7 7 0,0 0 0,0 0 16,7 7 15,0 0-31,0 0 16,0 0-16,0 0 0,0 1 0,0-1 15,7 0-15,-7 0 0,7-7 0,-7 7 16,0 0-16,7-7 0,-7 7 0,7-7 0,0 7 0,-7 0 16,7-7-16,0 0 0,-7 7 0,8-7 0,-8 7 0,7-7 0,-7 7 15,7-7-15,0 0 0,0 0 0,0 0 0,0 0 0,-7 7 16,7-7-16,0 0 0,0 0 0,0 0 0,0 0 0,0 0 16,0 0-16,0 0 0,0 0 15,-7-7 1,0 0-16,0 0 15,0 0-15,0 0 0,0 0 16,0 0-16,0 0 0,-7 7 16,7-7-16,0 0 0,-7 7 0,0 0 0,7-7 0,-7 7 0,7-7 15,-7 7-15,7-8 0,-7 8 0,0 0 0,0 0 0,0 0 16,0 0-16,7-7 0,-7 7 0,0 0 16,0 0-16,0 0 15,0 0-15,-1 0 0,8 7 0,-7-7 0,0 8 16,7-1-16,-7 0 0,7 0 0,-7-7 15,7 7-15,0 0 0,0 0 0,-7-7 0,7 7 0,-7-7 0,7 7 0,0 0 16,0 0-16,0 0 0,0 0 0,0 0 0,0 0 0,0 0 16,0 0-16,0 1 0,0-1 0,0 0 0,0 0 0,0 0 15,0 0-15,0 0 0,7-7 0,-7 7 0,0 0 0,7-7 16,0 0-16,-7 7 0,7 0 0,0-7 0,-7 7 0,7-7 16,1 0-16,-1 0 0,0 0 15,0 0-15,0 0 0,0 0 0,0 0 0,0 0 16,0 0-16,0 0 0,-7-7 0,7 7 15,-7-7-15,7 7 0,-7-7 0,7 7 0,-7-7 0,7 7 0,0-7 16,-7 0-16,0 0 0,7 7 0,0-7 0,-7 0 0,7 0 16,-7 0-16,0-1 0,0 1 0,0 0 15,7 7-15,-7-7 0,0 0 0,0 0 0,0 0 0,0 0 16,0 0-16,0 0 0,-7 7 0,7-7 16,0 0-16,-7 0 0,0 7 0,7-7 0,0 0 15,-7 7-15,0 0 0,0 0 0,0-7 0,0 7 0,0 0 16,0-7-16,0 7 0,0 0 0,0 0 0,0 0 15,0 0-15,0 0 0,0 0 0,0 0 0,-1 0 16,1 0-16,0 0 0,0 0 0,0 0 16,7 7-16,-7-7 0,0 0 0,0 0 0,7 7 0,-7 0 15,0-7-15,7 7 0,0 0 0,-7-7 0,7 7 0,-7-7 0,7 7 16,0 0-16,-7-7 0,7 7 0,0 0 0,-7-7 0,7 7 0,-7 7 16,7-7-16,0 0 0,0 0 0,0 1 0,0-1 0,0 0 15,0 0-15,0 0 0,0 0 0,0 0 0,0 0 16,0 0-16,7 0 0,-7 0 0,7-7 0,0 7 15,0-7-15,0 0 0,0 0 0,0 0 16,0 0-16,0 0 0,0 0 0,0 0 0,0 0 16,0 0-16,-7-7 0,7 7 0,-7-7 0,8 7 0,-1-7 15,-7 0-15,7 7 0,0 0 0,-7-7 0,7 0 0,-7 0 16,7 7-16,-7-7 0,0 0 0,7 7 0,-7-7 0,7 7 0,-7-7 0,7 7 16,-7-8-16,0 1 0,0 0 0,7 7 0,-7-7 0,0 0 0,7 7 15,-7-7-15,7 0 0,-7 0 0,0 0 0,0 0 16,0 0-16,0 0 0,0 0 15,0 0-15,-7 7 0,0-7 0,0 7 16,0 0-16,7-7 0,-7 7 0,0 0 16,0 0-16,0 0 0,0 0 0,7-7 0,-7 7 0,0 0 15,-1 0-15,1 0 0,0 0 0,0 0 0,0 0 16,7 7-16,-7-7 0,0 0 0,0 0 0,0 7 16,7 0-16,-7-7 0,7 7 0,-7-7 0,0 7 0,7 0 15,-7-7-15,7 7 0,0 0 0,0 0 0,0 0 0,0 0 0,0 0 16,0 0-16,0 0 0,0 0 0,0 0 0,0 1 15,0-1-15,7-7 0,0 7 0,-7 0 0,0 0 0,7-7 16,-7 7-16,7-7 0,-7 7 0,7-7 0,0 0 0,-7 7 0,7-7 0,0 0 16,0 0-16,-7 7 0,7-7 0,0 0 0,0 0 15,1 0-15,-1 0 0,0 0 0,0-7 16,0 7-16,0 0 0,-7-7 0,7 7 0,-7-7 0,7 7 0,0 0 16,-7-7-16,7 0 0,0 7 0,-7-7 0,7 7 0,0-7 0,0 0 15,-7-1-15,7 8 0,0-7 0,0 7 0,-7-7 0,0 0 0,7 0 16,0 7-16,-7-7 0,0 0 0,8 0 0,-8 0 0,0 0 15,0 0-15,0 0 0,0 0 0,0 0 16,0 0-16,0 0 0,0 0 0,0-1 16,0 1-16,-8 7 0,8-7 0,-7 7 0,7-7 15,-7 7-15,0 0 0,0 0 0,0 0 16,0 0-16,0 0 0,0 0 16,0 0-16,0 0 0,0 0 0,0 0 15,0 0-15,0 0 16,7 7-16,-7-7 0,7 7 0,0 0 0,-7-7 0,7 8 15,0-1-15,0 0 0,0 0 0,0 0 0,0 0 16,0 0-16,0 0 0,0 0 0,0 0 0,0 0 16,7-7-16,-7 7 0,7-7 0,-7 7 0,0 0 0,7 0 0,0 0 15,-7 0-15,7-7 0,0 8 0,-7-1 16,7-7-16,0 0 0,0 0 0,-7 7 0,7-7 16,0 0-16,0 0 0,0 0 0,0 0 15,0 0-15,0 0 0,-7-7 16,8 7-16,-8-7 0,7 7 0,0 0 0,-7-8 0,0 1 15,0 0-15,0 0 0,0 0 0,7 7 0,-7-7 16,0 0-16,0 0 0,7 7 0,-7-7 0,0 0 0,0 0 16,0 0-16,0 0 0,0 0 15,0 0-15,0 0 0,0 0 0,0-1 16,-7 8-16,7-7 0,-7 7 16,0 0-16,0 0 0,7-7 0,-8 7 0,1 0 0,0 0 15,0 0-15,0 0 0,0 0 0,0 0 0,0 0 16,0 0-16,0 0 0,0 7 0,0-7 0,7 7 15,-7-7-15,0 0 0,0 0 0,7 8 0,-7-8 0,0 0 0,7 7 16,-7-7-16,0 0 0,7 7 0,-8-7 0,1 0 0,7 7 16,-7-7-16,7 7 0,-7-7 0,0 0 0,7 7 0,-7 0 15,0-7-15,0 0 0,7 7 0,-7-7 0,0 0 0,7 7 16,-7-7-16,0 7 0,0-7 0,0 0 0,7 7 16,-7-7-16,0 0 0,7 7 0,-7-7 0,-1 0 15,16 0 48,-1 0-63,0 0 15,0 0-15,0 0 0,0 0 0,0 0 0,0 0 16,0 0-16,0 0 0,0-7 0,0 7 0,0 0 0,0 0 0,0 0 16,0 0-16,0 0 0,1 0 0,-1-7 0,0 7 15,0-7-15,-7 0 0,0 0 16,0 0-16,0 0 15,-7 0-15,7 0 0,-7 7 16,7-7-16,-7 7 0,7-7 0,-8 7 0,8-8 16,-7 8-16,0-7 0,7 0 0,-7 7 0,0 0 0,7-7 0,-7 7 15,7-7-15,-7 7 0,0 0 0,0 0 0,7-7 16,-7 7-16,7-7 0,-7 7 0,0 0 0,0 0 0,0 0 16,0 0-16,0 0 0,0 0 15,-1 0-15,1 0 0,0 7 0,0-7 16,7 7-16,-7-7 0,7 7 0,-7-7 0,7 7 0,0 0 0,0 0 0,-7-7 15,7 8-15,0-1 0,-7-7 0,7 7 0,0 0 0,0 0 0,0 0 0,0 0 16,0 0-16,0 0 0,0 0 0,0 0 0,0 0 0,-7-7 0,7 7 0,0 0 0,0 0 0,0 0 16,0 0-16,0 1 0,0-1 0,0 0 0,0 0 0,0 0 15,0 0-15,0 0 0,7-7 0,0 7 0,-7 0 16,7-7-16,0 0 16,0 0-16,-7-7 15,7 7-15,-7-7 0,7 0 0,-7 0 0,0 0 16,0 0-16,7 7 0,-7-7 0,8 0 0,-8-1 0,0 1 0,7 0 15,-7 0-15,0 0 0,0 0 0,0 0 0,0 0 0,0 0 0,0 0 16,0 0-16,0 0 0,0 0 0,0 0 0,0 0 16,-7 0-16,7 0 0,-8 7 0,1 0 15,0 0 1,0 0 0,7 7-16,-7-7 0,7 7 0,-7 0 0,7 0 0,0 0 0,0 0 15,-7-7-15,7 7 0,0 0 0,-7-7 0,7 7 0,0 0 0,0 0 0,0 0 16,0 0-16,0 0 0,0 0 0,0 0 0,0 1 0,0-1 0,0 0 15,0 0-15,0 0 0,0 0 0,0 0 0,0 0 16,7 0-16,-7 0 0,7-7 0,0 0 0,-7 7 0,7-7 0,-7 7 0,7-7 16,0 0-16,-7 7 0,7-7 15,1 0-15,-1 0 0,0 0 16,0 0-16,-7-7 0,7 0 16,-7 0-16,7 7 0,-7-7 0,0 0 15,7 7-15,-7-7 0,0 0 0,0 0 16,0 0-16,0 0 0,0 0 0,0 0 0,7 7 15,-7-8-15,0 1 0,0 0 0,0 0 16,0 0-16,0 0 0,-7 7 16,7-7-16,-7 7 0,0 0 0,0 0 15,0 0-15,0 0 16,0 0-16,-1 0 0,1 0 16,0 0-16,7 7 0,-7 0 0,0 0 15,7 0-15,-7-7 0,7 7 0,0 0 0,-7-7 0,7 8 16,-7-8-16,7 7 0,0 0 0,-7-7 0,7 7 0,0 0 0,-7-7 15,7 7-15,0 0 0,0 0 0,0 0 0,0 0 16,-7-7-16,7-7 47,0 0-47,0 0 0,0 0 0,0 0 16,0 0-16,0 0 0,0 0 0,0 0 0,0-1 15,0 1-15,-7 7 0,7-7 0,0 0 0,-7 7 0,7-7 0,0 0 16,0 0-16,-7 7 0,7-7 0,0 0 0,0 0 15,-7 7-15,7-7 0,-7 7 0,7-7 0,-7 7 0,0 0 16,7-7-16,0 0 0,-7 7 0,-1 0 0,8-7 0,-7 7 16,0 0-16,0 0 0,0 7 15,0 0-15,7 0 16,0 0-16,0 0 0,-7-7 0,7 7 0,0 0 0,0 0 16,-7-7-16,7 7 0,0 0 0,0 0 0,0 0 0,0 0 15,0 0-15,0 1 0,0-1 0,-7-7 0,7 7 0,0 0 16,0 0-16,0 0 0,0 0 0,0 0 15,7-7-15,0 0 16,0 0-16,0 0 16,0 0-16,-7-7 0,7 7 15,-7-7-15,7 7 0,-7-7 0,0 0 0,0 0 0,7 7 16,-7-7-16,8 0 0,-8-1 0,0 1 16,0 0-16,7 0 0,-7 0 0,0 0 15,0 0-15,0 0 0,0 0 16,0 0-16,0 0 15,0 0-15,-7 7 16,-1 0-16,1 0 0,0 0 0,0 0 16,0 0-16,0 0 15,0 0 1,7 7-16,0 0 0,0 0 0,0 0 16,0 0-16,-7-7 0,7 7 0,0 0 0,0 0 15,0 0-15,0 0 0,0 0 0,0 1 0,0-1 16,7-7-16,-7 7 0,7 0 15,0-7-15,0 0 0,-7 7 16,7-7-16,0 0 0,0-7 16,1 7-16,-8-7 0,0 0 0,7 7 15,-7-7-15,7 7 0,-7-8 0,7 1 0,-7 0 16,7 7-16,-7-7 0,0 0 0,7 7 0,-7-7 0,0 0 0,0 0 0,0 0 16,0 0-16,0 0 0,0 0 0,0 0 15,0 0-15,0 0 0,0 0 0,0 0 16,0-1-16,-7 8 0,7-7 0,0 0 0,-7 7 15,0 0-15,7-7 0,-7 7 0,0 0 16,-1 0-16,1 0 16,0 0-16,0 0 0,0 0 15,0 0-15,7 7 16,-7-7-16,7 7 0,-7-7 0,7 7 0,-7 1 0,7-1 0,0 0 16,0 0-16,0 0 0,0 0 0,0 0 0,-7-7 15,7 7-15,0 0 0,0 0 0,0 0 0,0 0 0,0 0 16,0 0-16,0 0 0,0 0 0,0 0 15,7-7-15,0 0 0,-7 8 0,7-8 0,-7 7 0,7-7 16,0 0-16,0 0 0,0 0 16,0 0-16,0 0 0,1 0 15,-1 0-15,0 0 16,-7-7-16,7 7 0,-7-8 0,0 1 0,7 7 16,0-7-16,-7 0 0,0 0 0,0 0 15,7 7-15,-7-7 0,0 0 0,0 0 0,0 0 16,7 7-16,-7-7 0,0 0 0,0 0 0,0 0 15,0 0-15,0 0 0,-7 7 0,7-7 0,0-1 16,-7 8-16,7-14 0,-7 14 0,0-7 16,0 7-16,0 0 0,7-7 0,-7 7 0,-1 0 15,1 0-15,0 0 0,7-7 0,-7 7 0,0 0 16,0 0-16,0 0 0,0 0 0,0 0 0,0 0 16,0 0-16,0 0 15,7 7-15,0 0 0,-7-7 0,0 7 0,7 0 0,0 0 16,0 1-16,0-1 0,-7-7 0,7 7 0,-7 7 0,7-7 0,0 0 15,0 0-15,0 0 0,0 0 0,0 0 0,0 0 0,-7-7 0,7 7 0,0 0 16,0 0-16,0 0 0,0 0 0,-8 1 0,8-1 0,0 0 0,0 0 16,0 0-16,8-7 15,-1 0 1,0 0 0,-7-7-16,0 0 0,7 7 0,-7-7 0,7 7 0,-7-7 15,7 7-15,-7-8 0,0 1 0,0 0 0,7 7 0,-7-7 0,0 0 0,0 0 16,7 7-16,-7-7 0,0 0 0,0 0 0,0 0 15,0 0-15,0 0 0,0 0 0,0 0 16,0 0-16,-7 0 0,7 0 0,0-1 16,-7 8-16,7-7 0,-7 7 0,0 0 15,0 0 1,0 0-16,0 0 16,-1 0-16,8 7 15,-7-7-15,7 8 0,-7-8 0,7 7 0,-7-7 0,7 7 0,0 0 0,0 0 16,-7-7-16,7 7 0,0 0 0,-7-7 0,7 7 0,0 0 0,-7-7 0,7 7 15,0 0-15,0 0 0,0 0 0,0 0 0,0 0 0,0 0 16,0 0-16,0 1 0,0-1 0,0 0 0,7-7 16,-7 7-16,7 0 0,0-7 15,0 0-15,0 0 0,0 0 16,-7-7-16,8 7 0,-8-7 16,0 0-16,0 0 0,7 7 0,-7-8 0,0 1 0,7 7 15,-7-7-15,0 0 0,0 0 0,0 0 0,7 0 16,-7 0-16,0 0 0,0 0 0,0 0 0,0 0 15,0 0-15,0 0 0,0 0 0,0 0 16,0 0-16,-7 7 0,0-8 0,7 1 0,-7 7 16,-1-7-16,1 0 0,0 7 15,7-7-15,-7 7 0,0 0 0,0 0 16,0 0-16,0 0 0,0 0 16,0 0-16,0 0 0,0 0 0,0 0 15,0 0-15,7 7 0,-7 0 0,0-7 16,7 7-16,-7-7 0,7 7 0,0 1 0,0-1 0,-7-7 15,7 7-15,0 0 0,0 0 0,0 0 0,0 0 0,0 0 16,0 0-16,0 0 0,0 0 0,0 0 16,7-7-16,-7 7 0,7-7 0,-7 7 15,7-7-15,-7 7 0,7-7 16,0 0-16,0 0 16,-7-7-16,7 7 0,-7-7 0,7 7 15,-7-7-15,0 0 0,7 7 0,0 0 16,-7-7-16,0 0 0,0 0 0,7 7 0,-7-7 0,0 0 15,7 7-15,-7-7 0,0 0 0,0 0 0,0 0 16,0 0-16,0-1 16,0 1-16,-7 7 0,7-7 0,0 0 0,-7 7 0,7-7 15,-7 7-15,7-7 0,-7 7 0,7-7 0,-7 7 16,0 0-16,0 0 16,0 7-1,7 0-15,0 0 0,0 0 0,-7 0 0,7 0 16,0 1-16,0-1 0,0 0 0,0 0 0,0 0 0,-7-7 0,7 7 0,0 0 15,0 0-15,0 0 0,0 0 0,0 0 0,0 0 0,0 0 16,0 0-16,0 0 0,0 0 0,0 0 0,0 1 16,0-1-16,0 0 0,7-7 0,0 0 31,-7-7-15,7 7-16,-7-7 0,0-1 0,7 1 0,0 7 15,-7-7-15,7 0 0,-7 0 0,0 0 0,7 7 16,-7-7-16,7 7 0,-7-7 0,0 0 0,0 0 0,0 0 15,0 0-15,7 7 0,-7-7 0,0 0 0,0 0 0,0 0 16,0 0-16,0-1 16,0 1-16,-7 7 0,7-7 0,-7 7 15,7-7-15,0 0 0,-7 7 16,0 0 0,0 0-16,7 7 0,0 0 15,-7-7-15,7 7 0,-7-7 0,7 7 0,-7 1 0,7-1 16,-7-7-16,0 7 0,7 0 0,0 0 0,-7-7 0,7 7 0,-7 0 15,7 0-15,0 0 0,-8-7 0,8 7 0,0 0 0,0 0 0,-7-7 0,7 7 16,-7 0-16,7 0 0,0 0 0,0 0 0,0 1 16,0-1-16,0 0 0,7-7 15,0 0 1,1 0 0,-1 0-16,-7-7 0,0 0 0,7 7 0,-7-8 15,7 8-15,-7-7 0,7 7 0,-7-7 0,0 0 0,0 0 0,0 0 16,7 7-16,-7-7 0,0 0 0,0 0 0,0 0 0,7 7 15,-7-7-15,0 0 0,0 0 0,0 0 0,0 0 0,0 0 16,0 0-16,0-1 0,-7 8 16,7-7-16,0 0 0,-7 7 0,0 0 15,7-7-15,-7 7 0,7-7 0,-7 7 0,0 0 16,-1 0-16,1 0 16,0 0-16,7 7 0,0 0 15,-7-7-15,7 7 0,0 0 0,-7 1 0,7-1 0,0 0 16,0 0-16,0 0 0,0 0 0,0 0 0,0 0 0,0 0 0,0 0 15,0 0-15,0 0 0,0 0 0,0 0 0,0 0 0,0 0 0,0 0 0,0 1 16,0-1-16,0 0 0,0 0 0,0 0 0,7-7 0,-7 7 0,0 0 0,7-7 0,-7 7 16,7-7-16,0 7 0,-7 0 0,8-7 0,-1 0 15,-7 7-15,7-7 16,0 0-16,-7-7 16,0 0-16,0 0 0,0 0 0,0 0 15,0 0-15,7 7 0,-7-7 0,0 0 0,0 0 0,0 0 0,0-1 16,0 1-16,0 0 0,0 0 0,0 0 0,0 0 0,0 0 15,0 0-15,0 0 0,0 0 0,0 0 0,0 0 0,0 0 16,0 0-16,-7 7 0,7-7 0,-7 0 0,7 0 16,-7 7-16,7-8 0,-7 8 0,7-7 0,-8 7 15,1 0-15,0 0 0,0 0 16,7 7 0,-7-7-16,7 8 0,0-1 0,0 0 15,0 0-15,-7 0 0,7 0 0,0 0 0,0 0 16,-7-7-16,7 7 0,0 0 0,0 0 0,0 0 0,0 0 15,0 0-15,0 0 0,7-7 47,-7-7-31,0 0-16,7 7 0,0 0 0,-7-7 16,0 0-16,7 7 0,-7-7 0,7 7 0,-7-7 0,7 0 0,-7 0 15,0 0-15,8 7 0,-8-7 0,0 0 16,0 0-16,0 0 0,0 0 15,0-1-15,0 1 0,0 0 16,0 0 0,-8 7-16,1 0 0,7-7 0,-7 7 0,0 0 15,0 0-15,7-7 0,-7 7 16,0 0-16,0 0 0,0 0 16,0 0-16,0 0 0,0 0 15,7 7-15,0 0 0,-7-7 0,7 7 0,0 0 16,-7-7-16,7 7 0,0 1 0,0-1 0,0 0 15,0 0-15,0 0 0,0 0 0,0 0 0,7 0 16,-7 0-16,0 0 0,7-7 0,-7 7 0,7-7 0,-7 7 16,0 0-16,7-7 0,0 0 0,0 0 15,-7 7-15,7-7 16,0 0-16,-7-7 0,7 0 16,0 0-16,-7 0 0,0 0 0,7 7 0,-7-7 0,7 7 15,-7-7-15,0 0 0,7 7 0,-7-7 0,0 0 0,0 0 16,0 0-16,0 0 0,0-1 0,0 1 15,0 0-15,0 0 0,-7 0 0,0 7 16,7-7-16,-7 7 0,7-7 16,-7 7-16,0 0 15,0 0-15,0 0 0,0 0 16,0 0-16,7 7 0,-7-7 16,0 0-16,7 7 0,0 0 0,-7 0 0,7 0 15,-7-7-15,7 7 0,-7-7 0,7 8 0,0-1 0,0 0 0,0 0 16,0 0-16,-7-7 0,7 7 0,0 0 0,0 0 0,0 0 15,0 0-15,0 0 0,0 0 0,0 0 0,0 0 16,0 0-16,0 0 16,7-7-1,0-7 1,0 0-16,-7 0 0,0 0 16,7 7-16,0-7 0,-7 0 0,0 0 0,0 0 15,7 7-15,-7-7 0,0 0 0,0 0 0,0 0 16,7 0-16,-7 0 0,0 0 0,0-1 0,0 1 15,0 0-15,0 0 0,0 0 0,-7 7 16,7-7-16,0 0 0,-7 7 16,7-7-16,-7 7 0,7-7 0,-7 7 15,0 0 1,0 0-16,7 7 0,0 0 16,-7-7-16,7 7 0,-7-7 0,7 7 0,0 0 0,0 0 15,-8-7-15,8 7 0,0 0 0,-7-7 0,7 8 0,0-1 0,0 0 0,0 0 16,-7 0-16,7 0 0,0 0 0,0 0 0,0 0 0,0 0 15,0 0-15,0 0 0,0 0 16,0 0-16,7-7 31,-7-7-31,0 0 16,7 0-16,-7 0 0,0 0 0,0 0 0,8 0 0,-8 0 16,7 7-16,-7-7 0,0 0 0,0 0 0,0 0 0,0 0 15,0-1-15,0 1 0,0 0 0,0 0 0,0 0 0,0 0 16,0 0-16,0 0 0,0 0 15,0 0-15,0 0 0,-7 7 0,7-7 16,-8 7 0,1 0-1,7 7 1,-7-7 0,7 7-16,0 0 0,0 0 0,0 0 0,-7 0 0,7 0 15,-7-7-15,7 7 0,0 0 0,0 0 0,0 0 0,0 1 16,0-1-16,0 0 0,0 0 0,0 0 0,0 0 0,0 0 0,0 0 15,0 0-15,0 0 0,0 0 0,0 0 0,7-7 16,-7 7-16,0 0 0,0 0 0,7-7 0,0 0 16,-7-7 15,7 0-31,-7 0 0,0 0 16,0 0-16,0 0 0,0 0 0,0 0 0,0 0 15,0 0-15,0 0 0,0 0 0,0 0 0,0 0 16,0-1-16,0 1 0,0 0 0,0 0 0,0 0 0,0 0 15,0 0-15,0 0 0,-7 7 0,7-7 0,-7 7 0,7-7 0,0 0 16,-7 7-16,0 0 0,7-7 0,-7 7 0,0 0 16,0 0-16,0 0 0,0 0 15,0 0-15,0 0 16,0 7-16,7 0 0,0 0 0,0 0 16,-7-7-16,7 7 0,-7-7 0,7 7 0,0 0 0,0 0 0,0 0 15,-7-7-15,7 7 0,0 0 0,0 1 0,0-1 0,0 0 16,0 0-16,0 0 0,0 0 0,0 0 0,0 0 15,0 0-15,0-14 32,7 7-17,-7-7-15,0 0 0,7 7 0,-7-7 16,0 0-16,7 7 0,-7-7 0,7 7 0,-7-7 16,0 0-16,7 7 0,-7-8 0,0 1 15,0 0-15,0 0 0,0 0 0,0 0 16,0 0-1,-7 7-15,0 0 16,7-7-16,-7 7 31,0 0-15,7 7-16,0 0 0,-7-7 0,0 0 0,7 7 16,-7 0-16,7 0 0,0 0 0,-7-7 0,7 7 0,-8-7 0,8 8 15,0-1-15,0 0 0,0 0 0,0 0 0,-7-7 16,7 7-16,0 0 0,0 0 0,0 0 15,0 0-15,7-7 32,1 0-17,-8-7-15,0 0 0,7 7 0,0 0 16,-7-7-16,7 0 0,-7 0 0,7 7 16,-7-7-16,7 7 0,-7-7 0,0 0 0,0 0 0,7 7 0,-7-8 15,7 8-15,-7-7 0,0 0 0,0 0 0,0 0 16,0 0-16,0 0 0,0 0 0,0 0 15,0 0-15,0 0 0,0 0 16,-7 7-16,7-7 0,-7 7 16,7-7-16,-7 7 0,0 0 15,0 0 1,7 7-16,-7-7 0,7 7 16,-7-7-16,7 7 0,-8-7 0,8 7 0,0 0 0,0 0 0,-7-7 15,7 7-15,-7-7 0,7 7 0,0 0 0,0 0 0,-7-7 0,7 7 0,-7 0 16,7 0-16,0 1 0,0-1 0,0 0 15,0 0-15,0 0 0,0 0 0,0 0 16,7-7 15,-7-7-31,0 0 0,7 7 16,-7-7-16,0 0 0,7 7 0,-7-7 0,0 0 0,7 7 0,-7-8 0,8 8 0,-8-7 16,0 0-16,0 0 0,7 0 0,0 0 0,-7 0 0,7 7 15,-7-7-15,0 0 0,0 0 0,0 0 0,7 0 0,-7 0 16,0 0-16,0 0 0,0 0 0,0 0 15,0 14 17,0 0-32,0 0 15,0 0-15,0 0 0,0 0 0,0 0 0,0 0 16,0 0-16,0 0 0,0 0 0,-7 0 0,7 0 0,0 0 0,0 0 16,-7 0-16,7 1 0,0-1 0,0 0 0,0 0 0,0 0 0,-7-7 15,7 7-15,0 0 0,0 0 0,0 0 0,0 0 0,0 0 16,0 0-16,0 0 0,0 0 0,0 0 15,0 0-15,0 0 0,0-14 63,0 0-47,7 0-16,-7 0 0,7 7 15,-7-7-15,0 0 0,0 0 0,0 0 0,0 0 16,0 0-16,0 0 0,0 0 0,0 0 15,0 0-15,0 0 0,0 0 0,0-1 16,0 1-16,-7 7 0,7-7 0,0 0 16,-7 7-16,7-7 0,-7 7 0,-1 0 15,8-7-15,-7 7 0,0 0 16,0 0-16,0 0 16,0 0-16,7 7 15,0 0-15,0 0 0,0 0 0,0 0 16,-7-7-16,7 8 0,0-1 0,0 0 0,0 0 0,0 0 15,0 0-15,0 0 0,0 0 0,0 0 16,0 0-16,0 0 0,0 0 16,7-7-1,0 0 1,-7-7-16,7 7 0,-7-7 0,0 0 16,0 0-16,0 0 0,7 7 0,-7-7 0,0 0 0,7 0 0,-7 0 15,0 0-15,0 0 0,0-1 0,7 1 0,-7 0 0,0 0 0,0 0 16,0 0-16,0 0 0,0 0 0,0 0 0,0 0 0,0 0 15,0 0-15,0 0 0,0 0 0,0 0 0,0 0 0,-7 7 0,7-7 0,-7 7 16,7-7-16,0 0 0,-7-1 0,0 8 0,7-7 0,-7 7 0,7-7 16,-7 7-16,0 0 0,0 0 31,0 0-31,7 7 0,-7-7 0,7 7 0,0 1 16,0-1-16,0 0 0,0 0 0,-7-7 0,7 7 0,0 0 15,0 0-15,0 0 0,0 0 0,-7-7 0,7 7 0,0 0 0,0 0 0,0 0 16,0 0-16,0 0 0,0 0 0,0 0 0,0 0 0,0 0 0,0 1 15,0-1-15,0 0 0,0 0 0,0 0 0,7-7 16,-7 7-16,0 0 0,7 0 0,0-7 16,-7 7-16,7-7 0,-7 7 0,7-7 15,0 7-15,-7 0 16,7-7-16,0 0 0,-7 7 0,7-7 0,-7 7 16,7 0-16,0-7 15,0 0-15,1 0 16,-1 0-16,0 0 0,0 0 15,-7-7-15,0 0 0,0 0 0,7 7 16,-7-7-16,0 0 0,0 0 0,7 7 0,-7-7 0,0 0 0,0 0 16,0 0-16,0 0 0,0 0 0,0 0 0,0 0 15,0-1-15,0 1 0,0 0 0,0 0 0,0 0 16,-7 7-16,7-7 0,0 0 0,-7 7 0,7-7 0,-7 0 0,7 0 16,-7 7-16,0-7 0,7 0 0,-8 7 15,1 0-15,0 0 0,0 0 16,0 0-16,7-7 0,-7 7 0,0 0 0,0 0 15,0 0-15,7 7 16,-7-7-16,7 7 0,-7-7 0,7 7 0,0 0 0,0 0 0,0 0 16,0 0-16,0 0 0,0 0 0,0 0 0,0 0 15,0 0-15,0 1 0,0-1 0,0 0 0,0 0 16,0 0-16,0 0 0,0 0 0,0 0 0,0 0 16,0 0-16,7-7 0,0 0 0,-7 7 0,7-7 15,-7 7-15,7-7 0,0 0 0,0 0 16,0 0-16,-7-7 15,7 7-15,-7-7 0,0 0 0,7 7 16,-7-7-16,0 0 0,0 0 0,7 7 0,-7-7 0,8 7 0,-8-7 0,0 0 16,0 0-16,0 0 0,7 7 0,-7-8 0,0 1 0,7 0 0,-7 0 15,0 0-15,0 0 0,0 0 0,0 0 0,0 0 0,0 0 0,0 0 16,0 0-16,0 0 0,0 0 0,0 0 0,-7 0 0,7 0 16,0 0-16,-7 7 0,7-7 0,0-1 0,-8 8 0,8-7 15,-7 7-15,0 0 0,7-7 0,-7 7 16,0 0-16,0 0 15,0 0-15,7 7 0,-7-7 16,7 7-16,0 1 0,-7-1 0,7 0 0,0 0 0,-7-7 16,7 7-16,0 0 0,0 0 0,-7 0 0,7 0 0,0 0 0,0 0 0,0 0 15,0 0-15,0 0 0,-7-7 0,7 7 0,0 0 0,0 0 0,0 7 0,0-6 16,0-1-16,0 0 0,0 0 0,0 0 0,0 0 0,0 0 0,0 0 0,0 0 16,0 0-16,0 0 0,0 0 0,7-7 0,-7 7 0,7-7 15,-7 7-15,7-7 0,-7 7 0,7-7 0,-7 7 0,7-7 0,-7 7 16,7-7-16,0 0 0,-7 8 15,7-8-15,0 0 16,-7 7-16,7-7 0,0 0 16,1 0-16,-1 0 15,0 0-15,0 0 0,-7-7 0,7 7 16,0 0-16,-7-8 0,7 8 0,0-7 0,0 7 16,-7-7-16,0 0 0,7 0 0,-7 0 15,7 7-15,-7-7 0,0 0 0,0 0 0,0 0 0,0 0 16,0 0-16,0 0 0,0 0 0,0 0 0,0 0 15,0 0-15,-7-1 0,7 1 0,0 0 16,-7 7-16,7-7 0,-7 7 0,7-7 0,-7 7 0,0-7 16,0 7-16,0 0 0,0 0 15,0 0-15,0 0 16,-1 0-16,8 7 0,0 0 0,-7 0 16,0 0-16,7 0 0,0 1 0,-7-8 15,7 7-15,0 0 0,0 0 0,0 0 0,-7-7 0,7 7 0,0 0 0,0 0 16,0 0-16,0 0 0,0 0 0,0 0 0,0 0 0,0 0 15,0 0-15,7-7 0,-7 7 0,0 0 0,7 1 0,0-1 16,-7 0-16,7-7 0,1 7 0,-8 0 0,7-7 16,0 0-16,0 0 0,0 0 15,0 0-15,0 0 16,0 0-16,0 0 0,0 0 16,-7-7-16,7 7 0,-7-7 15,7 7-15,-7-7 0,0 0 0,7 7 0,-7-8 0,7 8 0,-7-7 0,0 0 16,0 0-16,0 0 0,7 7 0,-7-7 0,0 0 0,0 0 0,7 0 15,-7 0-15,0 0 0,0 0 0,0 0 0,0 0 0,0 0 16,0 0-16,0 0 0,0-1 0,0 1 0,0 0 16,-7 7-16,7-7 0,0 0 0,0 0 0,-7 7 15,7-7-15,-7 7 0,0 0 16,0 0 0,0 0-16,7 7 0,-7-7 15,7 7-15,0 0 0,-7 0 0,0 0 0,7 0 16,0 1-16,0-1 0,0 0 0,-7 0 0,7 0 0,0 0 15,0 0-15,0 0 0,0 0 0,0 0 0,0 0 0,0 0 0,0 0 16,0 0-16,0 0 0,0 0 0,0 0 0,7 1 16,-7-1-16,7 0 0,0-7 0,-7 7 0,7-7 15,-7 7-15,7-7 0,0 0 0,0 0 16,0 0-16,0 0 0,0 0 0,0 0 16,0 0-16,0 0 0,1 0 0,-1 0 15,-7-7-15,7 7 0,0 0 0,0 0 0,-7-7 0,7 7 16,-7-7-16,7 7 0,-7-7 0,7 7 0,0 0 0,-7-8 0,7 8 0,-7-7 0,7 7 15,0-7-15,-7 0 0,7 0 0,0 7 0,-7-7 0,7 0 16,0 7-16,-7-7 0,7 0 0,-7 0 0,0 0 0,8 0 16,-1 7-16,-7-7 0,0 0 0,0 0 0,0 0 15,0 0-15,0-1 0,0 1 16,0 14 31,0 1-47,-7-1 0,7 0 15,0 0-15,0 0 0,0 0 0,0 0 16,0 0-16,0 0 0,0 0 16,0 0-16,7-7 15,-7 7-15,7-7 0,0 0 0,0 0 0,0 0 16,-7 7-16,7-7 0,0 0 0,0 0 16,0 0-16,0 7 0,0-7 0,0 0 0,0 0 0,-7 7 0,7-7 0,0 0 15,0 0-15,0 0 0,0 0 0,1 0 0,-1 0 0,0 0 16,0 0-16,0 0 0,0 0 0,0 0 0,0 0 0,0 0 0,0 0 15,0 0-15,0 0 0,0 0 0,-7 7 0,7-7 0,0 0 0,0 0 0,0 0 0,1 0 16,-1 0-16,0 0 0,-7 7 0,7-7 0,0 0 0,0 0 0,0 0 0,0 0 0,0 0 0,0 0 16,0 0-16,0 0 0,0 0 0,0 0 0,-7 8 0,14-8 0,0 0 0,-7 0 0,1 0 15,-1 0-15,-7 7 0,7-7 0,0 0 0,0 0 0,0 7 0,0-7 0,0 0 0,0 0 0,0 0 16,0 0-16,0 0 0,-7 7 0,7-7 0,0 0 0,-7 7 0,7-7 0,0 0 16,-7 7-16,7-7 0,-7 7 0,0 0 0,-7-7 62,0 0-62,0 0 16,0 0-16,0 0 0,0 0 0,0-7 15,0 7-15,0 0 0,0 0 0,0-7 0,0 7 16,0 0-16,0 0 0,0 0 0,0 0 0,7-7 0,-8 7 0,1 0 0,0-7 16,0 7-16,0 0 0,0 0 0,0 0 0,0 0 0,0-7 0,0 7 15,0 0-15,0 0 0,0 0 0,0 0 0,7-7 0,-7 7 0,0 0 16,0 0-16,0 0 0,14 0 62,0 0-62,0 0 0,0 0 16,0 0-16,0 0 0,0 0 0,0 0 0,0 0 16,0 0-16,0 0 0,0 0 0,0 0 0,0 0 0,0 0 0,0 0 15,0 0-15,1 0 0,-1 0 0,0 7 0,0-7 0,0 0 0,0 0 16,0 0-16,0 0 0,0 0 0,0 0 0,0 0 0,0 0 0,0 0 0,0 7 15,0-7-15,0 0 0,0 0 0,1 0 0,-1 0 0,-7 7 0,7-7 0,0 0 16,0 0-16,0 0 0,0 0 0,0 0 0,0 0 0,0 0 0,0 0 16,0 0-16,0 0 0,0 0 0,0 0 0,0 0 0,0 0 0,0 0 0,0 0 15,1 0-15,-1 0 0,0 0 0,0 0 0,0 0 0,0 0 0,0 0 16,0 0-16,0 0 0,0 0 0,0 0 0,0 0 0,0 0 0,0 0 0,0 0 16,0 0-16,0 0 0,1 0 0,-1 0 0,0 0 0,0 0 15,0 0-15,0 0 0,0 0 0,0 0 0,0 0 0,0 0 16,0 0-16,0 0 0,0 0 0,0 0 0,0 0 15,0 0-15,0 0 0,0 0 0,0 0 0,1 0 0,-1 0 16,-7 7-16,7-7 0,0 0 0,0 0 0,0 0 0,0 0 0,0 0 16,0 0-16,-7 7 0,7-7 0,0 0 0,0 0 0,0 0 15,0 0-15,0 0 0,0 0 0,0 0 0,1 0 0,-1 0 16,0 0-16,0 0 0,0 0 0,0 0 0,0 0 16,0 0-16,0 0 0,0 0 0,0 0 15,0 0-15,-7-7 0,7 7 16,0 0-16,0 0 0,0 0 15,0 0-15,0 0 16,0 0-16,1 0 16,-1-7-16,0 7 0,0 0 15,-7-7-15,7 7 0,0 0 0,0 0 0,0 0 16,0 0-16,0 0 0,0 0 0,-7-7 16,7 7-16,0 0 0,0 0 0,0 0 0,0 0 15,0 0-15,1 0 0,-1 0 16,0 0-16,0 0 0,0 0 15,0 0-15,-7-7 0,7 7 0,0 0 0,0 0 16,0 0-16,0 0 0,0 0 16,0 0-16,0 0 0,0 0 15,0 0-15,0 0 0,0 0 16,0 0-16,1 0 16,-1 0-16,0 0 0,-7 7 0,7-7 0,0 0 15,0 0-15,0 0 0,0 0 16,0 0-16,0 0 0,0 0 0,0 0 15,0 0-15,0 0 0,0 0 16,0 0-16,0 0 0,1 0 16,-1 0-16,-7 7 0,7-7 0,0 0 15,0 0 1,0 0-16,0 0 16</inkml:trace>
          <inkml:trace contextRef="#ctx0" brushRef="#br0" timeOffset="3458.7181">1893 99 0,'7'0'0,"-7"-7"0,7 7 15,0 0-15,-7-7 16,7 7-16,0 0 16,0 0-16,-7-7 0,7 7 15,-7-7-15,7 7 0,-7-7 16,7 7-1,0-7-15,0 7 0,-7-7 16,7 7-16,0-7 16,-7 0-16,-7 7 125,0 0-125,0 0 15,0 0-15,0 0 0,0 0 0,7 7 16,-7-7-16,0 0 0,7 14 0,-7-7 0,0 0 16,0-7-16,7 14 0,-14-7 0,14 0 0,0 0 15,0 0-15,-7-7 0,7 14 0,0-7 0,0 0 16,0 8-16,0-8 0,0 0 0,0 0 15,0 0-15,0 0 0,0 0 16,7-7 15,-7-7-31,7 7 0,-7-7 16,7 0-16,0 7 16,-7-7-16,7 0 0,-7 0 0,7 7 0,-7-8 15,7 1-15,-7 0 0,7 0 0,0 0 0,-7 0 16,7 0-16,-7 0 0,0 0 15,0 0-15,0 0 0,0 0 16,0 0 0,-7 7-1,0 0 1,7 7-16,-7 0 0,0-7 16,7 7-16,0 0 0,0 0 0,-14 0 0,14 0 0,-7 0 15,7 0-15,0 0 0,-7 7 0,7-6 0,-7-1 0,7 0 16,0 0-16,0 0 0,0 0 0,0 7 0,0-7 15,0 0-15,0 0 0,0 0 16,7-7-16,0 0 16,0 0-16,-7-7 15,7 7-15,-7-7 0,0 0 16,0 0-16,0 0 0,0 0 0,7 7 16,-7-7-16,0 0 0,0 0 15,7 7-15,-7-7 0,0 0 0,7 7 0,-7-8 16,7 1-16,-7 0 15,7 7-15,-7-7 0,0 0 0,7 7 16,-7-7-16,7 7 0,-7-7 0,0 0 16,0 0-1,-7 7 17,0 0-32,7 7 0,0 0 15,-7 0-15,7 0 0,0 0 16,-7-7-16,7 7 0,0 0 0,0 0 15,0 1-15,0-1 0,0 0 0,0 0 32,7-7-32,0 0 15,-7-7 1,7 7-16,-7-7 16,0 0-16,7 7 15</inkml:trace>
        </inkml:traceGroup>
        <inkml:traceGroup>
          <inkml:annotationXML>
            <emma:emma xmlns:emma="http://www.w3.org/2003/04/emma" version="1.0">
              <emma:interpretation id="{B76B565B-E94F-46B5-AA95-8AB51A3253A6}" emma:medium="tactile" emma:mode="ink">
                <msink:context xmlns:msink="http://schemas.microsoft.com/ink/2010/main" type="inkWord" rotatedBoundingBox="9573,11599 9658,11598 9659,11669 9574,11670"/>
              </emma:interpretation>
            </emma:emma>
          </inkml:annotationXML>
          <inkml:trace contextRef="#ctx0" brushRef="#br0" timeOffset="7567.5622">2069 64 0,'0'7'63,"7"-7"46,0 0-93,0 0-16,0 0 15,0 0-15,0 0 0,0 0 0,1 0 16,-1 0-16,0 0 15,-7-7 64,-7 7-79,7-7 0,-7 7 15,-1 0 1,1-7-16,7 0 0,-7 7 0,0-7 15,0 7-15,0 0 16,0 0-16,0 0 31,0 0-15,7 7-16,0 0 0,-7-7 31,7 7-31,0 0 31,7-7-15,0 0 0,-7 7-16,7-7 0,0 0 15,0 0-15,0 0 0,0 0 16,0 0-16,0 0 16,-7-7-16,8 7 0,-8-7 15,0 0 1,0 0-16,0 0 0,0 0 15,0 0-15,-8 7 16,1 0-16,7-8 0,-7 8 16,7-7-16,-7 7 0,7-7 0,-7 7 15,0 0-15,0 0 16,7 7 31,0 0-47,0 1 15,0-1-15,0 0 16,0 0-16,0 0 16</inkml:trace>
        </inkml:traceGroup>
        <inkml:traceGroup>
          <inkml:annotationXML>
            <emma:emma xmlns:emma="http://www.w3.org/2003/04/emma" version="1.0">
              <emma:interpretation id="{086B0F5F-FA9F-41AD-8B33-C2D23F10D955}" emma:medium="tactile" emma:mode="ink">
                <msink:context xmlns:msink="http://schemas.microsoft.com/ink/2010/main" type="inkWord" rotatedBoundingBox="9629,11747 10130,11745 10131,11851 9630,11853"/>
              </emma:interpretation>
            </emma:emma>
          </inkml:annotationXML>
          <inkml:trace contextRef="#ctx0" brushRef="#br0" timeOffset="4630.2126">2161 148 0,'-7'0'16,"0"0"-16,0 0 15,7 8 1,0-1-16,0 0 16,0 0-1,7-7-15,-7 7 0,7-7 16,0 0-16,-7 7 0,7-7 16,0 0-16,0 7 0,0-7 15,0 0-15,0 0 0,0 0 16,0 0-16,0 0 0,0 0 15,0 0-15,0 0 0,0-7 16,1 7-16,-1 0 0,0 0 0,0 0 16,0 0-16,0 0 0,-7-7 15,7 7-15,-7-7 16,-7 7 15,0 0-31,0 0 0,0 0 0,0 0 16,-8 0-16,8 0 0,-7 0 0,7 0 15,0 0-15,0 0 0,-7 0 0,0 7 0,0-7 16,0 0-16,7 0 0,0 0 0,0 0 0,0 7 16,-1 0-16,1-7 0,7 7 0,7-7 47,-7 7-47,8-7 0,-8 7 0,7-7 15,0 0-15,-7 7 0,7-7 0,-7 7 0,7 0 16,0-7-16,0 0 0,0 0 0,7 7 15,-7-7-15,0 0 0,7 7 0,-7-7 0,0 0 0,0 0 0,0 0 16,8 0-16,-8 0 0,0 0 0,0 0 0,0 0 16,0 0-16,0 0 0,0 0 0,0-7 0,0 7 15,0 0-15,-7-7 0,0 0 0,7 7 0,-7-7 16,7 7-16,0 0 0,-7-7 0,0 0 0,7 7 16,0 0-16,-7-7 0,0 0 15,-7 7 48,0 0-48,0 0-15,0 0 0,0 0 16,0 0 0,14 0 30,0 0-46,0 0 0,0 0 16,-7-7-16,7 7 0,0 0 0,0 0 16,1 0-16,-1 0 0,-7-7 0,7 7 0,0 0 0,-7-7 15,7 7-15,0 0 0,0 0 0,7 0 0,0-7 16,-7 7-16,0 0 0,0 0 0,7 0 0,-7 0 0,0-7 0,0 7 16,15 0-16,-15-7 0,0 7 0,0 0 0,7 0 15,-7 0-15,0 0 0,0 0 0,0 0 0,0 0 16,0 0-16,0 0 0,-14 0 31,0 0-31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06-15T18:01:54.929"/>
    </inkml:context>
    <inkml:brush xml:id="br0">
      <inkml:brushProperty name="width" value="0.05833" units="cm"/>
      <inkml:brushProperty name="height" value="0.05833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18B9A53E-A198-4A7E-BBE4-A8E2516742A4}" emma:medium="tactile" emma:mode="ink">
          <msink:context xmlns:msink="http://schemas.microsoft.com/ink/2010/main" type="writingRegion" rotatedBoundingBox="7484,12114 10434,12095 10436,12500 7487,12519"/>
        </emma:interpretation>
      </emma:emma>
    </inkml:annotationXML>
    <inkml:traceGroup>
      <inkml:annotationXML>
        <emma:emma xmlns:emma="http://www.w3.org/2003/04/emma" version="1.0">
          <emma:interpretation id="{5F727E56-4C96-43CC-9043-4C432006CED3}" emma:medium="tactile" emma:mode="ink">
            <msink:context xmlns:msink="http://schemas.microsoft.com/ink/2010/main" type="paragraph" rotatedBoundingBox="7484,12114 10434,12095 10436,12500 7487,1251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913A136-73A5-461A-862E-4059E43DD634}" emma:medium="tactile" emma:mode="ink">
              <msink:context xmlns:msink="http://schemas.microsoft.com/ink/2010/main" type="line" rotatedBoundingBox="7484,12114 10434,12095 10436,12500 7487,12519"/>
            </emma:interpretation>
          </emma:emma>
        </inkml:annotationXML>
        <inkml:traceGroup>
          <inkml:annotationXML>
            <emma:emma xmlns:emma="http://www.w3.org/2003/04/emma" version="1.0">
              <emma:interpretation id="{8DE5FC49-477A-46EC-99B1-5AA94DD683C9}" emma:medium="tactile" emma:mode="ink">
                <msink:context xmlns:msink="http://schemas.microsoft.com/ink/2010/main" type="inkWord" rotatedBoundingBox="7481,12116 9160,12071 9171,12485 7492,12531"/>
              </emma:interpretation>
            </emma:emma>
          </inkml:annotationXML>
          <inkml:trace contextRef="#ctx0" brushRef="#br0">-1884 92 0,'8'0'78,"-1"0"-78,0 0 0,0 0 16,0 0-16,0 0 0,0 0 0,0 0 15,0 0-15,0 0 0,0 0 0,0 0 0,0 0 0,0 0 0,0 0 0,0 0 0,0 0 0,1 0 16,-1 0-16,-7 7 0,7-7 0,0 0 0,0 0 0,0 0 0,0 0 0,7 0 0,-7 0 0,0 0 0,0 0 0,0 0 15,7 0-15,-7 0 0,0 0 0,0 0 0,0 0 0,1 0 0,-1 0 0,0 0 0,0 0 0,0 0 0,0 0 16,0 0-16,0 0 0,0 0 0,0 0 0,0 0 0,0 0 0,0 0 0,0 0 16,-14 0 46,0 0-62,0-7 16,0 7-16,0 0 0,0 0 0,0 0 0,0 0 15,0 0-15,0 0 0,0 0 0,0 0 0,0 0 16,-15 0-16,15 0 0,0 0 0,0 0 0,0 0 0,0 0 0,0 0 0,0 0 16,0 0-16,0 0 0,0 0 0,0 0 0,0 0 0,0 0 0,0 0 0,0 0 0,0 0 15,-1 0-15,1 0 0,0 0 0,0 0 0,0 0 0,14 0 63,0 0-48,0 0-15,0 0 0,1 0 16,-1 0-16,0 0 0,0 0 0,0 0 0,0 0 16,0 0-16,0 0 0,0 0 0,0 0 0,0 0 15,0 0-15,0 0 0,0 0 0,0 0 16,0 0 0,-7-7-1,-7 7-15,0 0 16,0 0-16,0 0 0,0 0 0,0 0 0,0 0 0,0 0 15,0 0-15,0 0 0,0 0 0,0 0 0,0 0 0,0 0 0,0 0 0,-1 0 16,1 0-16,0 0 0,0 0 0,0 0 0,0 0 0,0 0 0,0 0 0,0 0 16,0 0-16,0 0 0,7-7 0,-7 7 0,0 0 0,0 0 0,0 0 0,0 0 15,0 0-15,14 0 47,0 0-47,-7-7 16,7 7-16,0 0 0,0 0 0,0 0 0,-7-7 0,7 7 15,0 0-15,0-7 0,0 7 16,0 0-16,0 0 0,0 0 0,0 0 0,-7-7 0,0 0 16,7 7-16,0 0 0,1 0 0,-1 0 0,0 0 15,-14 0 17,0 0-32,-1 0 0,1 0 15,0 0-15,0 0 0,0 0 0,0 0 16,0 0-16,0 0 0,0 0 0,0 0 0,0 0 15,0 0-15,0 0 0,0 0 0,0 0 0,7 7 0,-7-7 16,0 0-16,-1 0 0,1 0 16,7 7-16,0 0 0,0 0 15,0 0-15,0 0 0,0 0 16,0 0-16,7-7 0,-7 7 0,0 0 0,0 0 16,8-7-16,-8 7 0,0 0 0,7-7 0,-7 7 0,0 0 0,7-7 15,-7 8-15,7-8 0,-7 7 0,7-7 0,-7 7 0,7-7 16,0 0-16,-7 7 0,7-7 0,-7 7 0,7-7 15,0 0-15,0 0 0,0 0 16,-7-7 0,7 7-16,-7-7 0,0 0 0,7 7 0,-7-7 15,7 7-15,-7-8 0,0 1 0,0 0 0,0 0 0,0 0 16,0 0-16,7 7 0,-7-7 0,0 0 0,0 0 16,0 0-16,0 0 0,-7 7 15,0 0-15,7-7 0,-7 7 0,0 0 16,7-7-16,-7 7 0,0 0 15,0 0-15,0 0 0,0 0 16,0 0-16,0 0 0,7 7 16,-7-7-16,0 0 0,7 7 0,-7 0 0,0-7 0,7 7 15,0 0-15,-8 0 0,1-7 0,7 7 0,0 0 0,0 0 0,0 0 16,0 0-16,0 0 0,0 1 0,0-1 0,0 0 16,0 0-16,0 0 0,0 0 0,7-7 15,-7 7-15,8-7 0,-8 7 0,7-7 0,0 0 16,0 0-16,0 0 0,0 0 15,0 0-15,0 0 0,0 0 0,0 0 16,0 0-16,0 0 0,0 0 0,0 0 16,-7-7-16,7 7 0,0-7 0,0 0 0,-7 0 15,8 7-15,-1 0 0,-7-7 0,7 7 0,-7-7 0,0 0 16,0-1-16,0 1 16,0 0-1,0 0-15,0 0 16,-7 7-16,0 0 0,7-7 15,-8 7-15,1 0 0,0 0 0,0 0 0,0-7 16,0 7-16,0 0 0,0 0 0,0 0 0,0 0 0,0 0 16,0 0-16,0 0 0,0 0 0,0 0 0,0 0 0,0 0 0,-1 0 15,1 0-15,0 0 0,0 0 0,0 0 0,0 0 0,0 0 0,0 0 16,0 0-16,0 0 0,7 7 0,-7-7 0,7 7 16,-7-7-16,7 7 0,0 0 0,0 0 15,0 0-15,0 1 0,0-1 16,0 0-16,7-7 0,-7 7 15,7-7-15,0 0 16,0 0-16,0 0 16,0 0-16,0 0 15,-7-7-15,7 7 0,0 0 0,-7-7 16,7 7-16,0-7 0,-7-1 0,0 1 0,8 7 16,-8-7-16,0 0 0,7 7 0,-7-7 0,0 0 0,0 0 15,0 0-15,0 0 0,0 0 16,0 0-16,-7 7 15,-1 0 1,1 0-16,0 0 31,0 0-15,0 0-16,7 7 16,7-7-1,0 0-15,0 0 0,0 0 16,1 0-16,-1 0 0,0 7 0,0-7 0,0 0 0,0 0 0,0 0 0,0 0 15,0 0-15,0 0 0,0 0 0,0 0 0,0 0 0,0 0 0,0 0 0,0 0 0,0 0 16,1 0-16,-1 0 0,0 0 0,0 0 0,0 0 0,0 0 0,0 0 0,0 0 0,0 0 16,0 0-16,0 0 0,0 0 0,0 0 0,0 0 0,0 0 0,-7 7 0,7-7 15,0 0-15,0 0 63,-7 7-32,7-7 0,1 0-31,-1 0 32,0 0-32,0 0 15,-7 7-15,7-7 16,0 0-1,-14 0 48,0 0-47,0 0-16,0 0 0,0 0 15,-1 0-15,1 0 16,0 0-16,0 0 0,0 0 0,0 0 0,0 0 15,0 0-15,0 0 0,0 0 0,0 0 0,0 0 16,0 0-16,0 0 0,0 0 0,0 0 0,0 0 0,0 0 16,0 0-16,14 0 140</inkml:trace>
          <inkml:trace contextRef="#ctx0" brushRef="#br0" timeOffset="-4338.9231">-2025 36 0,'0'-7'0,"7"7"0,-7-7 15,0-1-15,0 1 16,0 0-16,8 7 0,-8-7 0,0 0 15,0 0-15,0 0 0,0 0 16,0 0-16,0 0 0,0 0 16,0 0-1,0 0 1,-8 7-16,1 0 16,0 0-1,0 0 1,0 7-16,0-7 15,0 0-15,7 7 0,0 0 0,0 0 0,-7-7 0,0 0 0,7 7 0,0 0 0,-7-7 16,7 7-16,-7 0 0,7 0 0,-7-7 0,7 7 0,0 0 0,-7-7 0,7 7 16,-7-7-16,7 8 0,0-1 0,-7 0 0,7 0 0,-7-7 15,7 7-15,0 0 0,0 0 0,-7 0 0,7 0 0,0 0 16,0 0-16,0 0 0,0 0 16,0 0-16,7-7 0,0 0 15,-7 7-15,7-7 16,-7 7-16,7-7 0,0 0 15,0 0 1,0 0-16,0 0 16,0 0-16,-7-7 0,7 7 15,0 0-15,-7-7 16,7 7-16,-7-7 0,0 0 16,0 0-1,0 0-15,0 0 16,0 0-16,0 0 0,-7 7 15,7-7-15,-7 7 0,7-7 0,-7 7 16,0 0-16,7-7 0,-7 7 16,7-7-16,-7 7 0,0 0 0,0 0 15,0 0-15,0 0 32,7 7-32,0 0 15,0 0-15,0 0 0,0 0 0,-7-7 0,7 7 0,0 0 16,0 0-16,0 0 0,0 0 0,0 0 0,0 0 15,0 0-15,0 0 0,0 0 0,0 0 0,7-7 0,-7 8 16,0-1-16,7 0 0,-7 0 0,7-7 0,-7 7 16,7-7-16,0 0 15,0 0-15,0 0 16,0 0-16,0 0 16,-7-7-16,7 0 0,0 7 0,-7-7 0,0 0 15,0-1-15,7 8 0,-7-7 0,0 0 0,0 0 16,0 0-16,7 0 0,-7 0 15,0 0-15,0 0 0,0 0 0,0 0 16,0 0-16,0 0 0,-7 7 16,7-7-16,0 0 0,-7 7 15,7-7-15,-7 7 0,7-7 0,-7 7 16,0 0 15,0 0-15,7 7-1,0 0-15,0 0 0,-7-7 16,7 7-16,0 0 0,0 0 0,0 0 0,0 0 0,0 0 16,0 0-16,0 0 0,0 0 15,7-7 32,-7-7-47,0 0 16,7 7-16,-7-7 0,0 0 0,7 7 15,-7-7-15,0 0 0,7 7 0,-7-7 0,0 0 16,0 0-16,0 0 16,0 0-16,0 0 0,0 0 15,0 0-15,0-1 16,0 1-16,-7 7 0,7-7 0,0 0 16,-7 7-1,7-7-15,-7 7 0,7 7 47,0 0-31,0 0-16,-7-7 0,7 7 0,0 1 0,0-1 0,0 0 15,0 0-15,0 0 0,0 0 0,0 0 0,0 0 16,0 0-16,0 0 0,0 0 0,7 0 16,-7 0-16,7-7 0,-7 7 15,7-7 1,0 0-16,0-7 15,-7 0-15,7 7 16,-7-7-16,7 0 0,-7 0 16,0 0-16,0 0 0,0 0 15,0 0-15,0 0 16,0 0-16,0 0 31,0 0-31,0-1 16,0 1-1,0 14 32,0 1-47,0-1 16,7-7-16,-7 7 0,0 0 0,7-7 0,-7 7 0,0 0 0,0 0 16,0 0-16,0 0 0,0 0 0,8-7 0,-8 7 0,0 0 0,0 0 15,0 0-15,0 0 0,0 0 0,0 0 0,0 0 0,7 0 0,-7 1 0,7-1 16,-7 0-16,0 0 0,0 0 0,0 0 0,0 0 0,7-7 15,-7 7-15,0 0 0,7 0 0,0-7 47,-7-7-47,0 0 16,0 0-16,0 0 0,7 7 0,-7-7 16,0 0-16,7 7 0,-7-7 0,0 0 0,0 0 15,7 7-15,-7-8 0,0 1 0,0 0 0,7 7 0,-7-7 0,0 0 16,0 0-16,0 0 0,0 0 0,0 0 15,0 0-15,0 0 0,0 0 0,0 0 16,0 0-16,0 0 0,0 0 16,0 14 31,0 0-47,-7-7 0,7 7 0,0 0 15,0 0-15,0 0 0,0 0 0,0 0 0,0 0 0,-7 0 16,7 0-16,0 0 0,0 0 0,0 0 0,-7-7 0,7 7 0,0 1 15,0-1-15,0 0 0,0 0 0,0 0 0,0 0 0,0 0 0,0 0 16,0 0-16,0 0 0,7-7 47,-7-7-31,0 0-16,0 0 0,0 0 15,0 0-15,0 0 0,0 0 0,0 0 16,0 0-16,0-1 0,0 1 0,0 0 0,0 0 15,0 0-15,0 0 0,0 0 0,0 0 0,0 0 0,0 0 0,0 0 16,0 0-16,0 0 0,0 0 0,0 0 16,0 0-16,-7 0 0,7 0 15,0 0-15,-7 7 0,7-8 0,-7 8 0,0 0 16,7 8 15,0-1-31,-7-7 16,7 7-16,0 0 0,-7 0 0,7 0 0,0 0 15,0 0-15,0 0 0,0 0 0,-7-7 0,7 7 0,-8 0 16,8 0-16,0 0 0,0 0 0,0 0 0,0 0 16,0 0-16,0 0 0,0 1 15,8-8-15,-1 0 32,0 0-17,-7-8 1,7 8-16,-7-7 0,7 7 0,-7-7 15,7 7-15,-7-7 0,0 0 16,0 0-16,0 0 16,0 0-16,0 0 15,0 0-15,0 0 16,0 0-16,0 0 0,0 0 16,-7 7 30,7 7-46,0 0 0,0 0 16,-7-7-16,7 7 0,0 0 0,0 0 16,0 0-16,0 0 0,0 0 0,0 0 0,7 0 15,0 0-15,-7 0 0,0 1 0,7-1 0,0 0 0,-7 0 0,0 0 16,7-7-16,-7 7 0,7 0 0,-7 0 0,7-7 0,-7 7 0,0 0 0,7-7 16,-7 7-16,7 0 0,-7 0 0,7-7 0,-7 7 0,7 0 0,0-7 15,-7 7-15,7-7 0,0 0 0,-7 7 0,7-7 0,1 0 0,-1 0 16,0 0-16,0 0 0,0 0 15,0 0-15,0 0 0,0 0 0,0 0 0,0 0 16,0 0-16,-7-7 0,7 7 0,0 0 0,0 0 0,-7-7 16,7 7-16,-7-7 0,7 7 0,-7-7 0,7 0 15,1 7-15,-8-7 0,7 7 0,-7-7 0,0 0 16,0 0-16,0 0 0,0 0 16,0 0-16,0 0 15,0 0-15,-7 7 16,7-7-16,-8 7 0,8-7 0,-7 7 15,0 0-15,0 0 16,0 0 0,0 0-16,7 7 15,0 0-15,0 0 16,-7 0-16,7 0 0,0 0 0,0 0 16,0 0-16,0 0 0,0 0 15,0 0-15,0 0 0,7-7 0,-7 7 0,7-7 16,-7 7-16,7-7 0,0 0 15,-7 7-15,7-7 0,0 0 16,1 0-16,-1 0 16,-7-7 15,0 0-31,0 0 0,0 0 16,0 0-1,0 0 1,-7 7-16,7-7 0,-8 7 0,8-7 15,-7 7-15,0 0 0,0 0 16,0 0-16,0 0 0,7 7 47,0 0-47,0 0 16,0 0-16,0 0 0,0 0 0,0 0 15,0 0-15,7-7 0,-7 7 0,7-7 0,-7 8 0,0-1 0,0 0 16,7-7-16,-7 7 0,0 0 0,7-7 15,-7 7-15,7 0 0,1-7 0,-1 0 16,0 0-16,0 0 31,-7-7 1,7 7-32,-7-7 0,0 0 15,0 0-15,0 0 16,0 0-16,0-1 0,0 1 15,0 0-15,0 0 16,0 0-16,-7 7 0,7-7 0,-7 7 16,7-7-16,-7 7 0,0 0 15,7-7-15,-8 7 0,1 0 16,7-7-16,-7 7 0,0 0 0,0 0 0,0 0 16,7-7-16,-7 7 0,0 0 15,0 0-15,7 7 16,0 0-1,0 0 1,0 0-16,7 0 0,-7 0 0,7-7 16,-7 7-16,0 0 0,7-7 0,-7 7 0,7-7 0,0 8 15,-7-1-15,7-7 0,-7 7 0,7-7 0,-7 7 0,0 0 16,7-7-16,1 0 0,-1 7 0,-7 0 0,7-7 16,0 0-16,0 0 0,0 0 0,0 0 0,-7 7 0,7-7 15,0 0-15,0 0 0,0 0 0,0 0 0,-7 7 16,7-7-16,0 0 0,0 0 0,0 0 0,0 0 0,0 0 0,0 0 15,1 0-15,-1 0 0,0 0 0,0 0 0,0 0 16,0 0-16,0 0 0,0 0 0,0 0 16,0 0-16,-7-7 78,-7 7-63,7-7-15,0 0 0,-7 7 0,0 0 16,7-7-16,-7 7 0,7-7 0,-7 7 16,7-7-16,-7 7 0,0 0 0,7-7 15,-7 7-15,0 0 0,7-7 0,-8 7 16,1 0 62,7 7-78,-7-7 16</inkml:trace>
          <inkml:trace contextRef="#ctx0" brushRef="#br0" timeOffset="9131.9974">-1869 57 0,'0'-7'63,"7"7"-63,-7-7 0,7 7 15,-7-7-15,7 7 16,-7-7-16,7 7 0,-7-7 0,7 7 0,0 0 16,0 0-16,0 0 15,-7-8-15,7 8 16,0 0-16,0 0 15,-7-7-15,7 7 16,0 0-16,0 0 16,0 0-1,1 0-15,-1 0 32,0 0-32,0 0 15,0 0-15,0 0 16,0 0-16,0 0 31,0 0 0,-7 7-31,7-7 16,-14 0 78,0 0-79,0 0 1,0 0-16,0 0 16,0 0-16,7 8 0,-7-8 15,0 0-15,0 0 0,-1 0 16,1 0-16,7 7 0,-7-7 15,0 0-15,0 0 0,0 0 16,0 0-16,0 0 0,0 0 16,0 0-16,0 7 15,0-7 1,0 0 0,0 0-16,0 0 15,0 0-15,0 0 0,-1 0 16,1 0-1,0 0 1,0 0 0,0 0-16,7-7 15,-7 7-15,0 0 16,7-7-16,-7 7 16,0 0-16,0 0 0,0 0 15,0 0-15,7-8 31,-7 8-31,0 0 16,14 0 78,0 0-79,0 0-15,0 0 16,0 0-16,0 0 0,0 0 16,-7 8-16,7-8 0,0 0 15,0 0-15,0 0 0,-7 7 0,7-7 16,0 0-16,1 0 0,-1 0 16,0 0-16,0 7 0,0-7 0,0 0 15,0 0-15,0 0 0,0 0 0,0 0 0,0 0 16,0 0-16,0 0 0,0 7 0,0-7 0,0 0 0,0 0 15,1 0-15,-1 7 0,0-7 0,0 0 0,0 0 0,0 0 0,0 0 16,0 0-16,0 0 0,0 0 0,0 0 0,0 0 0,0 0 0,0 0 0,0 0 0,0 0 16,0 0-16,0 0 0,0 0 0,1 0 0,-1 0 0,0 0 0,0 0 0,0 0 15,0 0-15,0 0 0,0 0 0,0 0 0,0 0 0,0 0 0,0 0 16,0 0-16,0 0 0,0 0 0,0 0 0,0 0 16,1 0-16,-1 0 0,0 0 0,0 0 0,0 0 15,0 0-15,0 0 0,0 0 0,0 0 0,0 0 16,0 0-16,0 0 0,0 0 0,0 0 0,0 0 15,0 0-15,0 0 0,0 0 0,0 0 16,1 0-16,-1 0 0,0 0 16,-14 0 62,0 0-63,-1 0-15,1 0 16,0 0-16,0 0 16,0 0-16,0 0 0,0 0 0,0 0 15,0 0-15,0 0 0,7 7 0,-7-7 0,0 0 16,0 0-16,0 0 0,0 0 0,7 7 0,-7-7 16,0 0-16,0 0 0,0 0 0,-1 0 0,1 0 15,7 7-15,-7-7 0,14 0 78,0 0-62,1 0-16,-1 7 16,0-7-16,0 0 0,0 0 0,-7 7 0,7-7 0,0 0 15,0 0-15,0 0 0,0 0 0,0 0 0,0 0 0,0 0 16,0 0-16,0 0 0,0 0 0,0 0 0,0 0 15,0 0-15,1 0 0,-1 0 0,0 0 16,0 0-16,0-7 0,0 7 16,0 0-16,-7-7 15,0 0 32,-7 7-31,7-7-1,-7 7-15,0 0 16,0 0-16,0 0 0,0 0 16,-1 0-16,1 0 0,0 0 0,0 0 15,0 0-15,0 0 0,0 0 16,0 0-16,7 7 31,-7-7-31,0 0 16,7 7-16,0 0 15,0 0 1,7-7-16,0 0 0,0 0 16,0 0-16,0 0 0,0 0 15,0 0-15,0 0 0,0 0 0,1 0 0,-1 0 16,0 0-16,0 0 0,0 0 16,0 0-16,0 0 0,0 0 15,0 0-15,0 0 16,-7-7-16,7 7 15,-14 0 32,0 0-31,0 0-16,0 0 0,0 0 16,0 0-16,0 0 0,0 0 0,7-7 0,-7 7 0,0 0 0,-1 0 15,1 0-15,0 0 0,0 0 0,0 0 0,0 0 0,0 0 0,0 0 16,0 0-16,0 0 0,0 0 0,0 0 0,0 0 0,0 0 0,0 0 0,0 0 15,0 0-15,0 7 0,0-7 0,-1 0 0,8 7 16,8-7 15,-1 0-15,-7 7-16,7-7 0,0 0 0,-7 7 0,7-7 0,0 0 0,-7 7 16,7-7-16,0 0 0,0 0 0,0 0 0,0 0 0,0 0 15,0 0-15,0 0 0,0 0 0,0 0 0,0 0 0,0 0 16,0 0-16,1 0 0,-1 0 0,0 0 0,0 0 0,0 0 0,0 0 15,0 0-15,0 0 0,0 0 0,0 0 0,0 0 0,0 0 0,0 0 16,0 0-16,0 0 0,0 0 0,0 0 0,1 0 0,-1 0 0,0 0 0,0 0 0,0 0 0,0 0 16,0 0-16,0 0 0,0 0 0,0 0 0,0-7 0,0 7 0,0 0 0,0 0 0,0 0 0,0 0 15,0 0-15,0-7 0,0 7 0,1 0 0,-1 0 0,0 0 0,0 0 16,0 0-16,0 0 0,0-7 0,0 7 0,0 0 0,0 0 0,0 0 0,0 0 16,-7-7-16,7 7 0,0 0 0,0 0 0,0 0 0,0 0 0,1 0 15,-1 0-15,0 0 0,-7-7 16,7 7-16,0 0 15,0 0-15,0 0 0,0 0 0,0 0 16,0 0-16,0 0 0,0 0 0,0 0 16,0 0-16,0 0 0,0 0 0,0 0 0,-7-7 0,7 7 0,0 0 15,1 0-15,-1 0 0,0 0 0,0 0 16,-7-7 78,-7 7-79,0 0-15,0 0 16,-1 0-16,1 0 0,0 0 16,0 0-16,0 0 0,0 0 0,0 0 0,0 0 0,0 0 15,0 0-15,0 0 0,0 7 0,0-7 0,0 0 0,0 0 16,0 0-16,0 0 0,0 0 0,7 7 0,-7-7 0,-1 0 0,1 0 0,0 0 0,0 0 0,0 0 0,0 0 0,0 0 15,-7 0-15,7 0 0,0 0 0,0 0 0,0 0 0,7 7 0,-7-7 0,0 0 0,0 0 0,0 0 0,7 7 16,-8-7-16,1 0 0,0 0 0,0 0 0,0 0 0,0 7 0,0-7 0,0 0 16,7 7-16,-7-7 0,7 7 0,-7-7 15,14 0 32,0 0-47,0 0 0,0 7 16,0-7-16,0 0 0,-7 7 0,7-7 0,0 0 0,0 0 0,1 0 15,-1 0-15,0 0 0,0 0 0,0 0 0,0 0 0,0 0 0,0 0 0,0 0 0,0 0 16,0 0-16,0 0 0,0 0 0,0 0 0,0 7 0,0-7 0,0 0 0,1 0 0,-1 0 0,0 0 16,0 7-16,0-7 0,0 0 0,0 0 0,0 0 0,0 0 0,0 0 0,0 0 15,0 0-15,0 0 0,0 0 0,0 0 0,0 0 16,-7 7-16,7-7 0,-14 0 62,0 0-46,0 0-16,7-7 0,-7 7 0,0-7 0,0 7 16,0 0-16,0 0 0,0 0 0,7-7 15,-7 7-15,0 0 0,0 0 0,0 0 0,0 0 0,7-7 0,-7 7 0,0 0 16,-1 0-16,1 0 0,0 0 0,0 0 0,0 0 0,0 0 16,0 0-16,0 0 0,0 0 0,7 7 31,7-7-31,0 0 15,0 0-15,0 0 0,-7 7 0,7-7 16,0 0-16,0 0 0,-7 7 0,7-7 0,1 0 0,-1 0 0,0 0 16,0 0-16,0 0 0,0 0 0,0 0 0,0 0 0,0 0 0,7 0 0,-7 0 15,0 0-15,0 0 0,7 0 0,-7 0 0,0 0 0,0 0 0,1 0 0,-1 0 0,0 0 0,7 0 0,-7 0 16,0 0-16,0 0 0,0 0 0,0 0 0,0 0 0,-7-7 0,7 7 0,0 0 0,0 0 0,0 0 16,0 0-16,0 0 0,1 0 0,-1 0 0,0 0 0,0 0 0,0 0 0,-7-7 0,7 7 0,0 0 0,-7-7 15,14 7-15,-7 0 0,0 0 0,-7-7 0,7 7 0,0 0 0,-7-7 16,7 7-16,0 0 0,0 0 0,-7-7 15,-7 7 1,0 0 0,7-7-16,-7 7 15,0 0-15,7-7 0,-7 7 16,0 0-16,0 0 0,0 0 0,0 0 0,0 0 16,0-7-16,0 7 0,0 0 0,0 0 15,7-7-15,-7 7 0,-1 0 0,1 0 0,14 0 47,1 0-47,-8 7 16,7-7-16,0 0 0,0 0 0,0 0 0,0 0 15,0 0-15,0 0 0,0 0 0,0 7 0,0-7 16,0 0-16,0 0 0,0 0 0,0 0 0,0 0 16,0 0-16,0 0 0,0 0 0,1 0 15,-1 0-15,-7-7 0,7 7 0,0-7 0,0 7 0,0 0 16,-7-7-16,7 7 0,0 0 0,0 0 0,-7-7 15,7 7-15,-7-7 0,7 7 16,-7-7 15,-7 7-31,0 0 16,7-7-16,-7 7 0,0 0 16,0 0-16,0 0 15,0 0-15,0 0 0,0 0 16,7 7-16,-7-7 0,-1 0 0,1 0 0,0 0 0,7 7 0,-7-7 15,0 0-15,0 0 0,7 7 0,-7-7 0,0 0 0,0 0 0,0 7 16,7 0-16,-7-7 0,14 0 47,0 0-47,0 0 0,0 0 16,0 0-16,0 0 0,0 7 0,0-7 0,0 0 0,0 0 15,1 0-15,-1 0 0,0 0 0,0 0 0,0 0 0,7 0 0,-7 0 16,0 0-16,0 0 0,0 0 0,0 0 0,0 0 0,0-7 0,0 7 15,0 0-15,0 0 0,-7-7 0,8 7 0,-1 0 0,0 0 0,0 0 16,0 0-16,0 0 16,-14 0-1,0 0 1,0 0-16,0 0 0,0 0 0,-1 0 0,1 0 0,0 0 0,0 7 0,0-7 16,0 0-16,0 7 0,0-7 0,0 0 0,-7 0 0,0 0 0,7 0 0,-7 0 0,7 0 0,-1 0 0,-6 7 0,7-7 15,-7 0-15,7 7 0,0-7 0,-14 7 0,0-7 0,7 0 0,7 0 0,-7 7 0,-1-7 0,1 0 0,0 0 16,0 0-16,0 0 0,-7 7 0,14-7 0,0 7 0,0-7 0,0 7 0,-1-7 0,-6 0 0,7 0 0,-7 0 15,7 0-15,-7 7 0,7-7 0,0 0 0,7 7 0,-7-7 0,0 0 16,14 0 0,0 0-1,-7 7 1,7-7-16,0 0 0,0 0 0,0 0 0,0 0 0,0 0 16,0 0-16,0 0 0,0 0 0,0 0 0,1 0 0,-1 0 15,0 0-15,0 0 0,0 0 0,0 0 0,0 0 0,0 0 0,0 0 0,0 0 0,0 0 16,0 0-16,0 0 0,0 0 0,0 0 0,0 0 0,0 0 0,1 0 0,-1 0 15,0 0-15,0 0 0,0-7 0,0 7 0,0 0 0,0 0 0,0 0 16,0 0-16,0 0 0,0 0 0,0 0 0,0 0 16,0 0-16,0 0 0,0 0 15,-7-7 1,-7 7 15,0 0-15,0 0-1,7-7-15,-7 7 0,0 0 16,0 0-16,7-7 16,-7 7-16,0 0 0,0 0 15,0 0-15,0 0 0,0 0 0,0 0 0,0 0 16,0 0-16,0 0 0,-1 0 0,1-7 0,0 7 0,0 0 16,0 0-16,0 0 0,0 0 0,0 0 0,0 0 0,0 0 15,7-7-15,-7 7 0,0 0 0,0 0 16,0 0-16,0 0 0,0 0 15,0 0 1,-1 0-16,1 0 16,0 0-16,0 0 0,7-7 0,-7 7 0,0 0 15,0 0-15,0 0 0,0 0 0,0 0 0,0 0 0,0 0 0,0 0 16,0 0-16,0 0 0,0 0 0,0 0 0,0 0 0,0 0 0,-1 0 0,1 0 0,0 0 16,0 0-16,0 0 0,0 0 0,0 0 0,0 0 0,0 0 0,0 0 0,0 0 0,0 0 0,0 0 15,0 0-15,0 0 0,0 0 0,0 0 0,-1 0 0,1 0 0,0 0 0,0 0 0,0 0 16,0 0-16,0 0 0,0 0 0,0 0 0,0 0 0,0 0 15,0 0-15,0 0 0,0 0 0,0 0 16,0 0-16,0 0 16,0 0-16,0 0 15,-1 0 1,1 0-16,0 0 0,0 0 16,7-7-16,-7 7 0,14 0 140,0 0-140,0 0 16,0 0-1,1 0-15,-1 0 16,0 0-16,0 0 0,0 0 0,0 0 16,0 0-16,0-7 0,0 7 0,0 0 15,0 0-15,0 0 0,0 0 0,0 0 16,0 0-16,0 0 0,0-7 0,0 7 16,0 0-16,1 0 0,-8-7 31,-8 7 31,1 0-62,0 0 16,0-7-16,0 7 16,0 0-16,0 0 15,7-7-15,-7 7 0,0 0 0,0 0 16,0 0-16,7-7 0,-7 7 0,0 0 0,0 0 15,0 0-15,0 0 0,0 0 0,0 0 0,0 0 16,-1 0-16,1-7 0,0 7 0,0 0 16,0 0-16,0 0 0,7-7 0,-7 7 15,0 0-15,0 0 16,14 0 93,-7-7-109,7 7 0,0 0 0,0 0 16,0 0-16,0 0 0,0 0 0,0 0 16,1 0-16,-1 0 0,0 0 0,0 0 15,0 0-15,0 0 16,0 0-16,-14 0 78,0 0-62,0 0-16,0 0 0,0 0 15,0 0-15,-1 0 0,1 0 0,0 0 16,0 0-16,0 0 0,0 0 0,0 0 0,0 0 0,0 0 15,0 0-15,0 0 0,0 0 0,0 0 0,0 0 0,0 0 16,0 0-16,0 0 0,-1 0 0,1 0 0,0 0 0,0 0 16,0 0-16,0 0 0,0 0 0,0 0 0,0 0 0,0 0 0,0 0 15,0 0-15,0 0 0,0 0 0,0 0 0,0 0 16,0 0-16,7-8 0,-7 8 0,0 0 0,-1 0 0,1 0 0,7-7 16,-7 7-16,0 0 0,0 0 0,0 0 0,0-7 15,0 7-15,7-7 0,-7 7 16,0 0-1,7-7 79,7 7-78,0 0-1,0 0 1,0 0 0,0 0-16,0 0 0,0 0 0,0 0 15,0 0-15,1 0 0,-1 0 0,0 0 0,0 0 0,0 0 16,0 0-16,0 0 0,0 0 0,0 0 0,0 0 0,0 0 0,0 0 0,0 0 16,0 0-16,0 0 0,0 0 0,0 0 0,0 0 0,0 0 0,1 0 0,-1 0 0,0 0 15,0 0-15,0 0 0,0 0 0,0 0 0,0 0 0,0 0 0,0 0 16,-7 7-16,7-7 0,0 0 0,0 0 0,-7 7 0,7-7 0,0 0 0,0 0 15,0 0-15,1 0 0,-1 0 0,0 0 0,0 0 0,0 0 0,0 0 16,0 0-16,0 7 0,0-7 0,0 0 0,0 0 0,0 0 0,0 0 16,0 0-16,0 0 0,0 0 0,0 0 0,0 0 0,0 0 15,1 0-15,-1 0 0,0 0 0,-7 7 0,7-7 0,0 0 0,0 0 0,0 0 16,0 0-16,0 0 0,0 0 0,0 0 16,0 0 140,0 0-141,0 0-15,0 0 0,0 0 0,-7 8 16,7-8-16,1 0 0,-1 0 0,0 0 0,0 0 16,0 0-16,0 0 0,0 0 0,0 0 0,0 0 15,0 0-15,0 0 0,0 0 0,0 0 0,0 0 16,0 0-16,0 0 0,0 0 0,0 0 0,0 0 0,1 0 16,-1 0-16,0 0 0,0 0 0,0 0 0,0 0 15,0 0-15,0 0 0,0 0 0,0 0 0,0 0 0,0 0 0,0 0 16,0 0-16,0 0 0,0 0 0,0 0 0,1 0 15,-1 0-15,0 0 0,-14 0 125,0 0-109,7 7-16,-8-7 0,8 7 16,-7-7-16,0 0 15,0 0-15,0 0 16,0 0-16,0 0 0,0 0 16,0 0-16,0 0 15,0 0-15,0 0 0,0 0 0,0 0 0,0 0 16,0 0-16,0 0 0,-1 0 0,1 0 0,0 0 15,0 0-15,0 0 0,0 0 0,0 0 0,0 0 0,0 0 0,0 0 16,0 0-16,0 0 0,0 0 0,0 0 0,0 0 16,0 0-16,14 0 62,0 7-46,0-7-16,0 0 0,0 0 15,-7 7-15,7-7 0,0 0 0,0 0 0,0 0 0,0 0 16,0 7-16,0-7 0,0 0 0,0 0 0,0 0 0,1 0 0,-1 0 16,0 0-16,0 0 0,0 0 0,0 0 0,0 0 0,0 0 0,0 0 15,0 0-15,0 0 0,0 0 0,0 0 0,0 0 16,0 0-16,0 0 0,0 0 16,1 0-1,-16 0 63,1 0-78,0 0 0,0 0 16,0 0-16,0 0 0,0 0 0,0 0 0,0 0 16,0 0-16,0 0 0,0 0 0,0 0 15,0 0-15,0 7 0,0-7 0,0 0 0,-1 0 16,-6 0-16,14 7 0,-7-7 0,0 0 0,0 0 0,0 0 0,0 0 15,0 0-15,0 0 0,0 0 0,0 0 0,0 0 16,0 0-16,0 0 0,0 0 0,0 0 0,0 0 16,0 0-16,7 7 0,7-7 47,-7 7-32,7-7 1,0 0-16,0 0 0,0 0 15,-7 7 48,-7-7-63,0 0 16,0 0-16,0 0 0,0 0 15,-1 0-15,1 0 0,0 0 0,0 0 16,0 0-16,0 0 0,0 0 0,0 0 0,0 0 0,0 0 15,0 0-15,0 0 0,0 0 0,0 0 0,0 0 0,0 0 0,0 0 0,-1 7 16,1-7-16,0 0 0,0 0 0,0 0 0,7 7 0,-7-7 0,0 0 0,0 0 0,0 0 0,0 0 16,0 0-16,0 0 0,0 0 0,0 0 0,0 0 0,0 0 0,0 7 0,0-7 15,0 0-15,-1 0 0,1 0 0,0 0 0,0 0 0,0 7 0,0-7 0,0 0 16,0 0-16,0 0 0,0 0 0,0 0 0,0 0 16,0 0-16,0 0 0,0 0 0,0 0 0,0 0 15,-1 0-15,1 0 16,0 7-16,0-7 0,0 0 15,0 0 1,0 0 0,0 0-1,0 0-15,7 7 16,-7-7-16,0 0 0,7 7 16,-7-7-16,0 0 0,0 0 15,0 0-15,0 0 0,0 0 0,0 0 16,7 7-16,-7-7 0,-1 0 0,1 0 15,0 0-15,0 0 0,7 8 16,-7-8-16,0 0 0,0 0 0,7 7 16,-7-7-16,0 0 0,0 0 0,0 0 15,0 0-15,0 0 0,0 0 16,0 0-16,0 0 16,7 7-16,-7-7 0,-1 0 15,1 0-15,7 7 0,-7-7 31,0 0-31,7 7 0,-7-7 0,7 7 47,7-7 16,0 0-63,0 0 0,0 0 15,1 0-15,-1 0 16,0 0-16,-7-7 16,7 7-1,-7-7-15,7 7 0,-7-7 16,0 0 0,0 0-16,0-1 15,-7 8 48,7-7-48,-7 7 1,0 0-16,7-7 16,-7 7-16,-1-7 15,1 7 1,7-7-16,0 0 15,-7 7-15,7-7 16,-7 7-16,7-7 16,-7 7-16,0 0 15,7-7-15,-7 7 0,7-7 16,0 0-16,-7 7 16,7-7-16,-7 7 15,7-7-15,-7 7 31,0 0-31,7-7 16,-7 7 0,0 0 15,0 0 47,7-7-62,0 0 46,-7 7-62,7-7 16,-7 7-16,7-7 0,0 0 31,0-1 0,0 1 1,0 0-17,0 0-15,-7 7 31,0 0 1,0 0-17</inkml:trace>
          <inkml:trace contextRef="#ctx0" brushRef="#br0" timeOffset="12515.9936">-1630 29 0,'-7'0'47,"0"0"-16,0 0 63,0 0-78,0 0-1,0 0 1,7-7-1,0-1 17,-7 8-32,0 0 15,14 0 63,0 0-78,-7-7 0,7 7 16,0 0-16,0 0 0,0 0 0,0 0 16,0 0-16,1 0 0,-1 0 0,0 0 15,0 0-15,0 0 0,0 0 16,0 0 0,0 0-1,0 0 1,0 0-16,0 0 15,0 0-15,0 0 0,0 0 16,0 0-16,-14 0 63,0 0-32,0 0-31,0 0 0,0 0 15,0 0-15,0 0 16,0 0-16,0 0 0,14 0 78,0 0-78,0 0 16,0 0-16,0 0 0,0 0 15,-7 7-15,7-7 0,-7 8 0,7-8 0,0 0 0,0 0 16</inkml:trace>
        </inkml:traceGroup>
        <inkml:traceGroup>
          <inkml:annotationXML>
            <emma:emma xmlns:emma="http://www.w3.org/2003/04/emma" version="1.0">
              <emma:interpretation id="{F8794B9F-1249-4601-8666-4EF887FD2105}" emma:medium="tactile" emma:mode="ink">
                <msink:context xmlns:msink="http://schemas.microsoft.com/ink/2010/main" type="inkWord" rotatedBoundingBox="8374,12191 8649,12189 8650,12212 8375,12214"/>
              </emma:interpretation>
            </emma:emma>
          </inkml:annotationXML>
          <inkml:trace contextRef="#ctx0" brushRef="#br0" timeOffset="18810.5839">-980 14 0,'7'0'109,"0"0"-77,-14 0 15,0 0-47,0 0 15,0 0-15,7-7 0,-8 7 0,1 0 0,0 0 0,0 0 16,0 0-16,0 0 0,0 0 0,0 0 0,0 0 0,0 0 0,0 0 0,0 0 15,0 0-15,0 0 0,0 0 0,0 0 0,0 0 0,-1 0 0,1 0 0,0 0 0,0 0 16,0 0-16,0 0 0,0 0 0,0 0 0,0 0 0,0 0 0,0 7 0,0-7 0,0 0 0,0 0 16,0 0-16,0 0 0,0 0 0,0 0 0,14 0 62,-7 8-62,7-8 0,0 0 0,0 0 16,0 0-16,0 0 0,0 0 15,0 0-15,0 0 0,0 7 0,0-7 0,0 0 0,0 0 16,0 0-16,0 0 0,0 0 0,0 0 0,1 0 0,-1 0 0,0 0 0,0 0 16,0 0-16,0 0 0,0 0 0,0 0 0,0 0 0,0 0 15,0 0-15,0 0 0,0 0 0,0 0 0,-14 0 110,0 0-110,0 0 15,0 0-15,0 0 16,0 0-16,0 0 0,0 0 0,0 0 16,0 0-16,0 0 15,14 0 48</inkml:trace>
        </inkml:traceGroup>
        <inkml:traceGroup>
          <inkml:annotationXML>
            <emma:emma xmlns:emma="http://www.w3.org/2003/04/emma" version="1.0">
              <emma:interpretation id="{FA1A0AE3-9ACB-4518-8912-A57EB545E2D0}" emma:medium="tactile" emma:mode="ink">
                <msink:context xmlns:msink="http://schemas.microsoft.com/ink/2010/main" type="inkWord" rotatedBoundingBox="8824,12161 10434,12151 10436,12486 8826,12496"/>
              </emma:interpretation>
            </emma:emma>
          </inkml:annotationXML>
          <inkml:trace contextRef="#ctx0" brushRef="#br0" timeOffset="-27661.7058">141 127 0,'-7'0'0,"0"0"16,0 0-16,0 0 15,0 0-15,0 0 0,0 0 16,0 0-16,0 0 15,0 0-15,0 0 0,0 0 0,0 0 0,0 0 16,0 0-16,0 0 0,0 0 0,-1 0 0,1 0 16,0 0-16,14 0 62,0 0-62,1 0 0,-1 0 16,0 0-16,0 0 0,0 0 0,7 0 0,-7 0 15,-7 7-15,7-7 0,0 0 0,0 0 0,0 0 0,0 0 0,0 0 0,-7 7 0,7-7 16,0 0-16,0 0 0,0 0 0,0 0 0,1 0 0,-1 0 0,0 0 0,0 0 0,0 0 0,7 0 0,0 0 16,-7 0-16,0 0 0,0 0 0,7 0 0,-7 0 0,0 0 0,0 0 0,8 0 0,-8 0 0,0 0 0,0 0 15,0 0-15,0-7 0,0 7 0,0 0 0,0-7 0,0 7 0,0 0 0,0 0 0,-7-7 0,7 0 16,0 7-16,0-7 0,0 7 0,-7-7 0,7 7 0,-7-7 0,0 0 16,0 0-1,-7 7-15,7-7 16,-7 7-16,0 0 0,0 0 0,0 0 15,0 0-15,0 0 0,0 0 0,0 0 0,7-7 16,-7 7-16,0 0 0,0 0 0,0 0 0,0 0 0,0 0 0,0 0 0,0 0 0,-1 0 16,1 0-16,0 0 0,0 0 0,0 0 0,0 0 0,0 0 0,0 0 0,0 0 0,0 0 0,0 0 15,0 0-15,0 0 0,0 0 0,0 0 0,0 0 0,0 7 16,7 0-16,0 0 16,7-7-1,0 0-15,0 7 16,0-7-16,0 7 0,0-7 0,0 0 0,0 0 0,0 0 15,0 0-15,0 0 0,0 0 0,0 0 0,0 0 0,-7 7 0,7-7 0,0 0 16,1 0-16,-1 0 0,0 0 0,0 0 0,0 0 0,0 0 0,0 0 0,0 0 16,0 0-16,0 0 0,0 0 0,0 0 0,0 0 0,0 0 0,0 0 0,0 0 15,0 0-15,0 0 0,0-7 0,1 7 0,-8-7 0,7 7 16,0 0-16,0 0 0,-7-7 0,0 0 16,0 0-16,0 0 15,-7 7-15,0-7 0,0 7 16,-1-7-16,1 7 0,0-7 15,0 7-15,0-7 0,0 7 0,0 0 16,0 0-16,0 0 16,0 7-16,7 0 15,-7-7-15,7 7 0,0 0 0,0 0 16,0 0-16,0 0 16,7-7-16,-7 7 0,7-7 15,-7 7-15,7-7 0,0 0 0,0 0 16,0 0-16,0 7 0,0-7 0,0 0 0,0 0 15,1 0-15,-1 0 0,0 0 0,0 0 0,0 0 16,0 0-16,0 0 0,-7-7 0,7 7 0,0-7 0,0 7 16,-7-7-16,7 7 0,-7-7 0,0 0 0,0 0 15,7 7-15,-7-7 0,0 0 0,7 0 16,-7 0-16,0 0 0,0 0 16,0-1-1,0 1-15,-7 7 0,7-7 16,-7 7-16,0 0 31,0 0-31,7 7 0,0 0 16,0 1-16,0-1 0,0 0 0,-7-7 0,7 7 15,0 0-15,0 0 0,0 0 0,0 0 0,0 0 0,0 0 16,0 0-16,0 0 0,0 0 16,7-7-16,-7 7 0,0 0 0,7-7 0,0 0 0,-7 7 0,0 0 15,7-7-15,0 0 0,0 0 0,0 0 16,0 0-16,-7 7 0,7-7 0,1 0 0,-1 0 0,0 0 15,0 0-15,0 0 0,0 0 0,0 0 0,0 0 16,0 0-16,0 0 0,0 0 0,0 0 16,0 0-16,0 0 0,0 0 0,0 0 15,-7-7-15,0 0 16,0 0 0,0 0-16,0 0 0,0 0 15,0 0-15,0 0 16,-7 7-16,7-7 0,0 0 15,-7 7-15,7-7 0,-7 7 0,0 0 16,7-7-16,-7 7 0,0 0 16,0 0-1,7 7 1,-7-7-16,7 7 0,-7-7 0,7 7 0,0 0 16,0 0-16,0 0 0,0 0 0,0 0 15,0 0-15,0 0 0,0 0 0,0 0 16,7-7-16,0 0 0,-7 7 15,7-7-15,0 0 0,0 0 16,0 0-16,-7-7 0,7 7 16,-7-7-16,7 7 0,-7-7 0,7 7 0,-7-7 15,0 0-15,7 0 0,0 7 0,-7-7 0,0 0 16,0 0-16,0 0 0,0 0 16,0 0-16,-7 7 15,7-7-15,-7 7 0,0 0 16,0 0-16,7-7 15,-7 7-15,0 0 0,0 0 0,0 0 16,0 0-16,0 0 0,0 0 16,7 7-16,-7 0 0,0-7 0,7 7 0,0 0 15,0 0-15,-7-7 0,7 7 0,0 0 0,0 0 16,-7-7-16,7 7 0,0 0 0,0 0 0,0 0 16,0 0-16,0 0 0,7-7 0,-7 8 0,7-8 15,0 7-15,0-7 16,0 0-16,0 0 0,-7 7 0,7-7 15,0 0-15,0 0 16,0 0-16,-7-7 0,7 7 0,-7-7 16,0-1-16,7 8 0,-7-7 0,7 7 0,-7-7 15,0 0-15,0 0 0,0 0 16,0 0-16,0 0 0,0 0 0,0 0 16,0 0-16,-7 0 0,7 0 15,-7 7-15,0-7 0,0 7 0,0 0 16,0 0-16,7-7 0,-7 7 0,0 0 0,0 0 0,0 0 15,0 0-15,0 0 0,0 0 0,0 0 16,0 0-16,-1 0 0,1 0 0,0 0 16,7 7-16,0 0 0,-7-7 0,0 0 0,0 7 0,7 0 0,0 0 15,-7-7-15,7 7 0,0 0 0,-7-7 0,7 7 0,0 0 16,0 0-16,0 0 0,0 0 0,0 0 0,0 0 16,0 1-16,0-1 0,0 0 0,0 0 15,7-7-15,-7 7 0,7 0 0,0-7 16,0 0-16,0 0 0,0 0 0,0 0 0,1 0 15,-1 0-15,0 0 0,0 0 0,-7-7 0,7 7 0,0 0 0,-7-7 0,7 7 16,0 0-16,-7-7 0,7 7 0,-7-7 0,0 0 16,7 7-16,-7-8 0,0 1 0,7 7 0,-7-7 0,0 0 15,0 0-15,0 0 0,0 0 16,-7 7-16,7-7 0,-7 7 0,0 0 0,7-7 16,-7 7-16,0 0 31,0 0-16,7 7-15,0 0 16,0 0-16,0 0 0,0 0 16,0 0-16,0 0 0,0 0 0,0 1 0,7-1 15,-7 0-15,7-7 0,-7 7 16,7-7-16,0 0 0,-7 7 0,7-7 0,0 0 0,-7 7 16,7-7-16,0 0 0,0 0 0,0 0 0,0 0 15,-7-7-15,0 0 0,7 7 0,0-7 0,-7 0 16,7 7-16,-7-7 0,0-1 0,0 1 15,0 0-15,0 0 0,0 0 0,0 0 16,-7 7-16,7-7 0,-7 7 0,7-7 0,0 0 0,-7 7 16,0 0-16,7-7 0,0 0 0,-7 7 0,0-7 15,0 7-15,7-7 0,-7 7 0,0 0 16,0 0-16,0 0 16,0 0-16,0 7 15,7 0-15,-7-7 0,7 7 0,0 0 0,0 0 0,-7-7 0,7 7 16,-7-7-16,7 14 0,-7-7 0,7 0 0,0 0 0,0 0 0,0 1 15,0-1-15,0 7 0,0-7 0,0 0 0,0 0 16,0 0-16,0 0 0,7-7 0,0 7 0,-7 0 16,7-7-16,0 0 0,0 0 0,0 0 0,0 0 0,0 0 15,0 0-15,0 0 0,0 0 16,0-7-16,-7 0 0,7 7 0,-7-7 16,0 0-16,7 7 0,-7-7 0,0 0 0,0 0 15,0 0-15,0 0 0,0 0 0,0-1 0,0 1 0,0 0 16,0 0-16,0 0 0,0 0 0,0 0 0,0 0 15,0 0-15,-7 0 0,7 0 0,-7 0 16,0 7-16,7-7 0,-7 7 0,7-7 0,-7 7 0,0 0 16,0 0-16,7-7 0,-7 7 0,0 0 15,0 0-15,0 0 0,0 0 16,7 7-16,-7-7 0,7 7 0,-7 0 16,7 0-16,-7-7 0,7 7 0,0 0 15,0 0-15,-8-7 0,8 7 0,0 0 0,0 0 0,0 0 16,0 0-16,0 0 0,8-7 15,-8 7-15,7-7 0,0 0 16,0 8-16,0-8 0,0 0 16,0 0-16,0 0 0,0 0 0,0 0 15,0 0-15,0 0 0,-7-8 0,7 8 0,0 0 16,0 0-16,0 0 0,-7-7 0,7 7 16,-7-7-16,7 0 0,-7 0 15,0 0-15,0 0 16,0 0-1,0 0-15,-7 7 16,7-7 15,-7 7-31,7 7 32,0 0-17,-7-7-15,7 7 0,0 0 0,0 0 0,0 0 16,0 0-16,0 0 0,0 0 15,7-7-15,-7 8 0,7-8 0,-7 7 0,7-7 16,0 0-16,-7 7 0,8-7 0,-1 0 0,0 0 16,0 0-16,0 0 0,0 0 15,0 0-15,-7-7 16,7 7-16,0 0 0,-7-7 16,7 7-16,-7-8 0,0 1 31,0 0 16,0 0-32,-7 7 1,0 0 0</inkml:trace>
          <inkml:trace contextRef="#ctx0" brushRef="#br0" timeOffset="-17828.542">184-7 0,'7'0'32,"0"0"-17,0 0-15,0 0 0,0 0 0,0 0 0,0 0 16,0 0-16,-7 7 0,7-7 0,0 0 0,0 0 0,0 0 0,1 0 0,-1 0 0,0 0 15,0 0-15,0 0 0,0 0 0,0 0 0,0 0 0,0 0 0,0 0 16,0 0-16,0 0 0,0 0 0,0 0 0,0 0 0,0 0 0,0 0 0,0 0 16,0 0-16,1 0 0,-1 0 0,0 0 0,0 0 0,0 0 0,0 0 0,0 0 15,0 0-15,0 0 0,0 0 0,0 0 0,0 0 0,0 0 16,0 0-16,0 0 0,-14 0 78,0 0-78,0 0 16,0 0-1,0 0-15,0 0 0,0 0 0,0 0 0,0 0 16,0 0-16,0 0 0,0 0 0,0 0 0,0 0 0,-1 0 16,1 0-16,0 0 0,0 0 0,0 0 0,0 0 0,0 0 15,0 0-15,0 0 0,0 0 0,0 0 0,0 0 0,0 0 0,0 0 16,0 0-16,0 0 0,14 0 47,0 0-47,0 0 15,0 0-15,0 0 0,0 0 0,0 0 16,0 0-16,0 0 0,0 7 0,0-7 0,7 0 0,-7 0 16,0 0-16,-7 7 0,8-7 0,-1 0 0,0 0 0,0 0 0,0 0 0,0 0 15,0 0-15,0 0 0,0 0 0,0 0 0,7 0 0,-7 0 0,0 0 0,0 0 16,0 0-16,0 0 0,1 0 0,-1 0 0,0 0 0,0 0 0,0 0 15,0 0-15,0 0 0,0 0 16,0 0-16,-14 0 78,0 0-78,0 0 16,0 0-16,0 0 0,0 0 0,0 0 0,0 0 15,-1 0-15,1 0 0,0 0 0,0 0 0,0 0 0,0 0 0,0 0 16,0 0-16,0 0 0,0 0 0,0 0 0,0 0 0,0 0 0,0 0 0,0 0 16,0 0-16,0 0 0,-1 0 0,8-7 0,-7 7 0,0 0 0,0 0 0,0 0 15,0 0-15,14 0 47,0 0-47,-7 7 0,7-7 0,0 0 0,0 0 16,1 0-16,-1 0 0,0 0 0,-7 8 0,7-8 0,0 0 15,0 0-15,0 0 0,0 0 0,0 0 0,-7 7 0,7-7 0,0 0 0,0 0 0,0 0 0,0 0 0,0 0 0,0 0 16,0 0-16,1 0 0,-1 0 0,0 0 0,0 0 0,0 0 0,0 0 0,0 0 0,0 0 0,0 0 0,0 0 0,0 0 16,0 0-16,0 0 0,0 0 0,0 0 0,7 0 0,-7 0 0,0 0 0,1 0 0,-1 0 0,0 0 0,0 0 15,0 0-15,0 0 0,0 0 0,0 0 0,0 0 0,0 0 0,0 0 0,0 0 0,0 0 0,0-7 0,0 7 16,0 0-16,0 0 0,1 0 0,-1 0 0,0 0 0,0 0 0,0 0 16,0 0-16,-7-8 31,-7 8-31,0 0 15,0 0-15,0 0 16,0 0-16,7-7 0,-8 7 0,1 0 0,0 0 0,0 0 16,0 0-16,0 0 0,0 0 0,0 0 0,0 0 0,0 0 0,0 0 15,0 0-15,0 0 0,0 0 0,0 0 0,0 0 0,0 0 0,-1 0 0,1 0 0,0 0 16,0 0-16,0 0 0,0 0 0,0 0 0,0 0 0,0 0 0,0 0 0,0 0 0,0 0 0,0 0 16,0 0-16,7 7 0,-7-7 0,0 0 0,0 0 0,0 0 0,0 0 0,-1 0 15,1 0-15,0 0 0,0 0 0,14 0 31,0 0-15,0 0-16,1 0 0,-1 0 16,-7 8-16,7-8 0,0 0 0,0 0 0,0 0 0,0 0 0,0 0 15,0 7-15,0-7 0,0 0 0,0 0 0,0 0 0,0 0 0,0 0 0,0 0 16,0 0-16,0 0 0,0 0 0,1 0 0,-1 0 0,0 0 0,0 0 0,0 0 0,0 0 0,0 0 16,0 0-16,0 0 0,0 0 0,0 0 0,0 0 0,0 0 0,0 0 0,0 0 15,0 0-15,0 0 0,1 0 0,-8-7 31,-8 7-31,1 0 0,0 0 16,0 0-16,0-8 0,0 8 16,0 0-16,0 0 0,0 0 0,0 0 0,0 0 0,0 0 15,0 0-15,0 0 0,0 0 0,0 0 0,0 0 0,-1 0 0,1 0 16,0 0-16,0 8 0,0-8 0,0 0 0,7 7 0,-7-7 0,7 7 0,-7-7 0,0 0 16,0 0-16,7 7 0,-7-7 0,7 7 0,-7-7 0,0 0 0,0 7 0,7 0 15,-7 0-15,0-7 0,7 7 0,0 0 16,0 0-16,0 0 0,0 0 15,0 0-15,0 0 0,7-7 16,-7 7-16,7-7 0,0 0 0,0 0 0,-7 7 0,0 0 0,7-7 16,0 0-16,0 0 0,0 0 15,-7 7-15,7-7 0,0 0 0,0 0 0,0 0 0,0 0 0,0 0 16,0 0-16,1 0 0,-1 0 16,0-7-16,-7 0 0,0 0 0,0 0 15,0 0-15,0 0 16,0 0-16,-7 7 0,7-7 0,-7 7 0,-1 0 0,1 0 15,7-7-15,-7 7 0,0 0 0,0 0 0,7-7 0,-7 7 0,0 0 16,0 0-16,0 0 0,0 0 0,0 0 0,0 0 0,0 0 16,0 0-16,0-7 0,0 7 0,0 0 0,0 0 0,0 0 0,-1 0 15,1 0-15,-7 0 0,7 0 0,0 0 0,0 0 0,0 0 0,0 0 0,0 0 0,0 0 16,0 0-16,0 0 0,0 0 0,0 0 0,0 0 0,0 0 0,-1 7 0,1-7 0,0 0 0,7 7 0,-7-7 0,0 0 16,0 0-16,0 0 0,0 0 0,0 0 0,0 0 0,0 0 0,7 7 0,-7-7 0,0 0 0,0 0 0,0 0 0,0 0 0,7 7 0,-7-7 0,0 0 15,0 7-15,-1-7 0,1 0 0,0 0 0,0 0 0,0 0 0,0 0 0,0 0 0,7 7 16,-7-7-16,0 0 0,0 0 0,0 0 0,0 0 0,0 0 0,0 0 15,14 0 17,0 0-32,0 0 15,0 0-15,-7-7 0,7 7 16,0 0-16,0 0 0,-7-7 0,7 7 0,0 0 0,-7-7 0,7 7 16,0 0-16,0 0 0,0 0 0,-7-7 0,8 7 15,-8-7-15,7 7 0,0 0 0,-7-7 16,0 0-1,-7 7 1,7-7-16,-7 7 0,-1 0 0,1 0 0,0 0 16,0 0-16,7-7 0,-7 7 0,0 0 0,0-7 15,0 7-15,0 0 0,0 0 0,0 0 0,0 0 16,0 0-16,0 0 0,0 0 0,0 0 0,0 0 0,-1 0 0,1 0 0,0 0 16,0 0-16,0 0 0,0 0 0,0 0 0,0 0 15,0 0-15,0 0 0,0 0 16,7 7-16,-7-7 0,7 7 0,0 0 0,0 0 15,0 0-15,0 0 0,0 0 16,0 0-16,0 0 0,0 0 16,0 0-16,0 0 15,7-7-15,0 0 0,-7 7 0,7-7 0,0 0 16,0 0-16,0 0 0,0 0 0,0 0 0,0 0 0,0 0 16,0 0-16,1 0 0,-1 0 0,0 0 0,0-7 0,0 7 0,0 0 0,0 0 15,0-7-15,-7 0 0,7 7 0,0 0 0,0 0 0,-7-7 0,7 7 16,-7-7-16,0 0 0,7 7 0,-7-7 0,0 0 15,0 0-15,0 0 0,0 0 0,-7 7 16,7-7-16,-7 0 16,0 7-16,0 0 0,0 0 15,0 0-15,0 0 0,0 0 16,0 0-16,0 0 0,0 0 0,0 0 0,-1 0 0,1 0 16,0 0-16,0 0 0,7 7 0,-7-7 0,0 0 0,0 0 0,7 7 15,-7-7-15,0 0 0,7 7 0,-7 0 0,0-7 0,0 0 0,7 7 0,0 0 16,-7-7-16,0 0 0,7 7 0,0 0 0,-7 0 0,0-7 0,0 0 15,7 7-15,0 0 0,-7-7 0,7 7 0,-7-7 0,7 7 0,0 0 16,0 0-16,7-7 16,0 0-1,0 0-15,0 0 0,0 0 0,0 0 16,0-7-16,0 7 0,0-7 0,0 0 16,0 7-16,-7-7 0,7 7 0,0-7 0,0 7 0,-7-7 15,7 7-15,-7-7 0,7 7 0,-7-7 0,7 0 0,-7 0 0,7 7 16,-7-7-16,0 0 0,8 7 0,-8-7 0,0 0 15,0 0-15,-8 0 16,8 0-16,-7 7 0,0 0 31,0 0-31,7 7 0,-7-7 0,0 0 16,7 7-16,-7 0 0,7 0 0,-7 0 0,7 0 16,-7-7-16,7 7 0,0 0 0,0 0 0,0 0 15,0 0-15,0 0 0,0 0 0,0 0 0,0 0 16,0 0-16,7-7 0,-7 7 0,7-7 0,0 0 15,0 0-15,-7 8 0,7-8 0,0 0 0,0 0 0,0 0 16,1 0-16,-1 0 0,0 0 0,0 0 0,0 0 0,0-8 16,0 8-16,0 0 0,-7-7 0,7 0 0,0 7 0,0-7 0,0 0 15,0 0-15,-7 0 0,7 0 0,-7 0 16,7 7-16,-7-7 0,0 0 0,0 0 0,0 0 16,0 0-16,0 0 0,-7 0 15,0 0-15,7 0 0,-7 7 0,7-7 16,-7 7-16,0 0 0,0 0 0,0-8 0,0 8 15,7-7-15,-7 7 0,0 0 0,0 0 0,0 0 16,0 0-16,0 0 0,-1 0 0,1 0 0,0 0 16,0 0-16,0 0 0,0 0 0,0 0 0,0 7 0,0-7 0,0 8 15,0-8-15,7 7 0,-7-7 0,7 7 0,0 0 0,-7 0 0,0-7 16,7 7-16,-7 0 0,7 0 0,-7-7 0,7 7 0,0 0 0,-7-7 0,7 7 16,0 0-16,0 0 0,-7-7 0,7 14 0,-7-14 0,7 7 0,0 0 15,0 0-15,0 0 0,0 1 0,7-8 16,0 0-1,0 0-15,0 0 0,-7-8 16,7 8-16,0 0 0,-7-7 0,0 0 0,7 7 0,0-7 0,-7 0 16,7 7-16,-7-7 0,7 0 0,-7 0 0,0 0 0,7 7 0,-7-7 15,0 0-15,7 7 0,-7-7 0,0 0 0,7 7 0,-7-7 0,0 0 0,0 0 16,0 0-16,0 0 0,0 0 0,0-1 0,0 1 16,0 0-16,-7 7 0,7-7 0,0 0 15,-7 7-15,0 0 0,7-7 0,-7 7 0,0-7 16,0 7-16,0 0 0,0 0 0,0 0 15,0 0-15,0 0 0,7 7 0,-7 0 16,0-7-16,7 7 0,0 0 0,-8-7 0,8 7 0,0 0 16,-7-7-16,7 8 0,0-1 0,-7 0 0,0-7 0,7 7 0,0 0 0,0 0 15,-7-7-15,7 7 0,0 0 0,-7 0 0,7 0 0,-7-7 0,7 7 16,0 0-16,0 0 0,0 0 0,0 0 0,0 0 16,0 0-16,0 0 0,7-7 31,0 0-31,0 0 15,-7-7-15,7 7 0,-7-7 0,7 7 0,-7-7 0,7 7 0,-7-7 16,8 7-16,-8-7 0,7 0 0,-7 0 0,7 7 0,-7-7 0,7 7 0,-7-7 0,7 7 16,-7-7-16,0 0 0,7 7 0,-7-7 0,7 0 0,-7 0 0,0 0 15,0 0-15,0 0 0,0-1 0,0 1 16,0 0-16,0 0 16,-7 7 15,7 7-31,-7-7 0,7 7 0,-7 0 0,0 1 15,7-1-15,0 0 0,-7-7 0,0 7 0,7 0 0,0 0 16,-8-7-16,8 7 0,0 0 0,-7-7 0,7 7 0,0 0 0,-7-7 16,7 7-16,0 0 0,-7 0 0,7 0 0,-7 0 0,7 0 15,0 0-15,0 0 0,7-7 47,-7-7-47,7 0 0,0 0 16,0 7-16,-7-7 0,8 0 0,-1 0 0,-7 0 15,7 7-15,-7-7 0,0 0 0,7 7 0,0 0 0,-7-7 0,0 0 0,7 7 16,-7-7-16,0 0 0,0 0 0,7 7 0,-7-7 0,0 0 0,0 0 16,0-1-16,0 1 0,0 0 15,-7 7-15,7-7 16,-7 7-16,0 0 0,0 0 16,0 0-16,0 0 0,7 7 15,-8-7-15,1 0 0,7 7 0,-7-7 0,7 7 0,0 1 0,-7-8 16,0 0-16,7 7 0,0 0 0,0 0 0,0 0 0,-7-7 0,7 7 0,-7 0 15,7 0-15,0 0 0,0 0 0,-7 0 0,7 0 0,0 0 16,0 0-16,0 0 0,0 0 0,0 0 0,0 0 0,0 0 16,0 1-16,7-8 15,0 0 1,-7-8-16,7 8 0,0 0 16,-7-7-16,7 7 0,-7-7 0,0 0 0,7 7 0,-7-7 0,7 7 15,-7-7-15,0 0 0,0 0 0,8 0 0,-1 0 0,-7 0 16,0 0-16,0 0 0,0 0 0,0 0 0,0 0 0,0 0 15,0 0-15,0 0 0,0-1 0,0 1 0,0 0 16,-7 7-16,7-7 0,-8 7 16,1 0-16,0 0 0,0 0 15,0 0-15,0 0 0,0 7 16,7 0-16,-7-7 0,7 7 0,0 1 0,-7-8 0,0 0 0,7 7 16,0 0-16,-7-7 0,7 7 0,-7 0 0,7 0 0,-7 0 15,7 0-15,-7-7 0,7 7 0,0 0 0,-7-7 0,7 7 0,0 0 0,0 0 16,0 0-16,0 0 0,-7-7 0,7 7 0,0 0 15,0 0-15,0 0 16,7-7-16,0 8 16,0-8-16,0 0 0,0 0 15,0 0-15,0 0 0,0 0 0,-7-8 0,7 8 16,0 0-16,0 0 0,-7-7 0,7 7 0,0 0 16,-7-7-16,0 0 0,7 7 0,0 0 0,-7-7 15,0 0-15,0 0 0,8 7 16,-8-7-16,0 0 0,0 0 15,0 0-15,0 0 16,-8 0-16,1 7 16,7-7-16,-7 7 15,0 0-15,0 0 0,0 0 16,0 0-16,0 0 0,0 0 0,0 0 16,7 7-16,0 0 0,-7-7 0,0 7 0,7 0 0,-7-7 15,7 7-15,-7-7 0,7 7 0,-7 0 0,7 0 0,-7-7 0,7 7 0,-7-7 0,7 7 16,0 0-16,-8-7 0,8 7 0,-7-7 0,0 7 0,7 1 0,0-1 0,0 0 15,-7-7-15,7 7 0,-7-7 0,7 7 0,0 0 0,0 0 0,0 0 16,0 0 0,7-7-16,0 0 15,0 0-15,-7-7 0,7 7 0,-7-7 0,8 7 16,-8-7-16,7 0 0,-7 0 0,7 7 0,-7-7 0,7 7 16,-7-7-16,0 0 0,7 7 0,-7-8 0,0 1 0,0 0 15,0 0-15,0 0 0,0 0 0,0 0 16,0 0-16,0 0 0,0 0 0,0 0 15,-7 7-15,7-7 16,-7 7-16,0 0 0,0 0 0,-1 0 16,1 0-16,0 0 0,0 0 15,0 0-15,7 7 0,-7-7 0,0 7 0,0-7 16,7 7-16,0 0 0,-7-7 0,7 7 0,-7-7 0,7 7 0,0 0 0,-7-7 16,7 7-16,0 0 0,-7-7 0,7 7 0,0 0 0,0 1 0,0-1 15,0 0-15,0 0 0,0 0 16,7-7-16,-7 7 0,7-7 15,0 0-15,0 0 32,-7-7-32,7 7 0,0 0 0,-7-7 0,0 0 0,0 0 15,7 7-15,0-7 0,-7-1 0,0 1 0,7 0 16,0 0-16,-7 0 0,0 0 0,7 7 0,-7-7 16,0 0-16,0 0 0,0 0 0,0 0 0,0 0 15,0 0 1,-7 7-1,0 0-15,7 7 16,-7-7-16,0 7 16,7 0-16,-7-7 0,7 7 0,0 0 0,-7-7 15,7 7-15,-7-7 0,7 7 0,0 0 0,-7-7 0,7 7 0,0 0 0,-7 0 16,7 0-16,0 1 0,0-1 0,0 0 0,0 0 0,0 0 16,0 0-16,0 0 15,7-7-15,0 0 0,0 0 16,0 0-16,0 0 0,0 0 15,-7-7-15,0 0 0,7 7 0,0 0 0,-7-7 0,7 0 0,-7 0 0,0 0 16,8 7-16,-1-8 0,-7 1 0,0 0 0,7 0 0,-7 0 16,0 0-16,7 7 0,-7-7 0,0 0 0,0 0 0,0 0 15,0 0-15,0 0 0,0 0 0,0 0 16,0 0-16,-7 7 0,7-7 0,0 0 16,-7 7-16,7-7 0,-7 7 0,7-7 15,-8 7-15,1-8 0,0 8 16,0 0-16,0 0 15,7 8-15,-7-8 0,0 0 0,0 0 16,7 7-16,0 0 0,-7-7 0,7 7 0,-7-7 0,7 7 0,0 0 16,0 0-16,0 0 0,0 0 0,0 0 0,0 0 15,0 0-15,0 0 0,0 0 0,0 0 0,0 0 16,0 0-16,0 0 0,0 0 0,0 1 0,0-1 16,7 0-16,0-7 15,0 0 1,0 0-16,-7-7 0,7 7 0,0 0 15,-7-7-15,7 7 0,0-8 0,0 8 0,-7-7 0,8 0 0,-1 0 0,0 7 16,-7-7-16,7 7 0,0-7 0,-7 0 0,7 7 0,-7-7 0,7 7 0,-7-7 0,0 0 16,7 7-16,-7-7 0,0 0 0,0 0 0,7 7 0,-7-7 15,0 0-15,0 0 0,0 0 0,-7 7 16,7-7-16,-7 7 0,0 0 0,7-7 0,-7 7 16,7-8-16,-7 8 0,0 0 0,0 0 0,0 0 15,-1 0-15,1 0 0,0 0 16,0 8-16,0-8 0,7 7 0,-7-7 0,0 7 0,0-7 15,0 7-15,0 0 0,7 0 0,-7-7 0,0 0 0,7 7 0,-7 0 16,0 0-16,0 0 0,7 0 0,-7 0 0,7 0 0,-7-7 0,7 7 16,-7-7-16,7 7 0,-7-7 0,7 7 0,0 0 0,-8-7 0,8 7 0,-7-7 0,7 7 15,0 1-15,-7-8 0,7 7 0,0 0 0,0 0 0,0 0 16,0 0-16,0 0 0,0 0 0,0 0 16,7-7-16,0 0 15,1 0-15,-1 0 16,-7-7-16,7 7 0,0 0 0,-7-7 0,7 7 15,0 0-15,-7-7 0,7 0 0,0 7 0,0-7 16,-7 0-16,0 0 0,7 7 0,-7-7 0,0-1 0,7 8 0,-7-7 16,0 0-16,0 0 0,0 0 15,0 0-15,0 0 0,0 0 16,0 0-16,0 0 0,-7 7 0,7-7 16,-7 7-1,0 0-15,0 0 16,0 0-1,0 0-15,7 7 0,0 0 16,0 0-16,-7-7 0,7 7 0,0 0 0,0 0 0,0 0 16,-7-7-16,7 7 0,0 0 0,0 0 15,0 1-15,0-16 32,7 8-32,-7-7 15,0 0-15,7 7 0,-7-7 0,7 0 0,-7 0 16,0 0-16,0 0 0,0 0 0,0 0 0,0 0 0,0 0 15,0 0-15,0 0 0,0 0 0,0 0 16,-7 7-16,7-7 0,0 0 0,-7 7 0,0 0 0,0-7 16,0 7-16,-1 0 0,8-8 0,-7 8 0,0 0 15,0 0-15,0 0 0,0 0 0,0 0 16,0 0-16,0 0 0,0 8 0,0-8 0,7 7 16,-7 0-16,0-7 0,7 7 0,0 0 0,-7 0 0,0-7 0,7 7 0,0 0 15,-7-7-15,7 7 0,0 0 0,0 0 0,0 0 0,0 0 0,-7-7 0,-1 7 0,8 0 0,0 0 16,0 0-16,0 0 0,0 0 0,0 1 0,0-1 0,0 0 15,0 0-15,0 0 0,0 0 0,8-7 16,-8 7-16,7-7 0,0 0 0,0 0 0,0 0 16,0 0-16,0 0 0,0 0 0,0 0 15,-7-7-15,7 0 0,0 7 0,-7-7 0,7 7 0,-7-7 16,7 0-16,0 7 0,-7-7 0,0-1 0,7 8 0,-7-7 0,7 0 16,-7 0-16,0 0 0,0 0 0,0 0 0,0 0 15,0 0-15,0 0 0,0 0 0,0 0 16,0 0-16,-7 7 15,0 0-15,7-7 0,-7 7 16,7-7-16,-7 7 0,0 0 16,0 0-16,0 0 0,0 0 0,0 0 15,7 7-15,-7-7 0,0 7 0,7 0 0,-7-7 16,7 7-16,0 0 0,-7-7 0,7 7 0,0 0 0,0 0 16,0 0-16,0 0 0,0 0 0,0 0 0,0 0 0,0 0 15,0 1-15,0-1 0,0 0 0,7 0 0,-7 0 0,0 0 16,7-7-16,-7 7 0,7-7 0,-7 7 0,7-7 0,-7 7 0,7-7 0,0 0 15,-7 7-15,7-7 0,0 0 0,0 0 0,-7 7 0,7-7 16,0 0-16,0 0 0,0 0 0,0 0 0,1 0 16,-1 0-16,0 0 0,0 0 0,0 0 0,0-7 0,0 7 15,0 0-15,-7-7 0,7 0 0,-7 0 0,7 0 16,-7 0-16,7 7 0,-7-7 0,0 0 0,0 0 16,0 0-16,0-1 0,0 1 0,0 0 0,0 0 15,0 0-15,0 0 0,-7 7 0,7-7 0,0 0 16,-7 7-16,0 0 0,7-7 0,-7 7 0,7-7 0,0 0 15,-7 7-15,0 0 0,0-7 0,0 7 0,7-7 16,-7 7-16,0 0 0,-1 0 0,1 0 16,0 0-16,0 0 0,0 0 0,0 0 0,0 0 15,0 0-15,0 0 0,0 0 0,0 0 0,7 7 0,-7-7 0,0 0 16,0 0-16,7 7 0,-7-7 0,0 0 0,7 7 0,-7-7 0,7 7 0,-8-7 0,1 0 16,7 7-16,-7-7 0,0 7 0,0 0 0,0-7 0,7 7 0,0 0 15,-7-7-15,0 7 0,7 0 0,-7-7 0,7 7 16,0 1-16,7-8 47,-7-8-47,7 8 0,-7-7 0,7 0 0,-7 0 15,7 7-15,-7-7 0,0 0 0,7 7 0,0-7 0,-7 0 0,7 7 0,-7-7 16,0 0-16,0 0 0,7 7 0,-7-7 0,0 0 0,8 7 0,-8-7 0,0 0 16,0 0-16,0 0 0,0 0 0,0 0 15,0-1-15,-8 8 16,8-7-16,-7 7 0,0 0 0,7-7 15,-7 7-15,0 0 16,0 0-16,0 0 0,0 0 16,0 0-16,7 7 0,0 0 0,0 1 15,0-1-15,-7-7 0,7 7 0,-7-7 0,7 7 0,0 0 0,0 0 16,0 0-16,0 0 0,0 0 0,0 0 0,0 0 16,0 0-16,0 0 0,0 0 0,0 0 0,0 0 15,0 0-15,7-7 0,-7 7 16,7-7-16,0 0 0,0 0 0,0 0 15,0 0-15,0 0 16,0 0-16,-7-7 0,0 0 16,7 7-16,-7-7 0,0 0 0,0 0 15,0 0-15,7 7 0,-7-7 0,0 0 0,0 0 0,8 0 0,-8 0 16,0 0-16,0 0 0,0 0 0,0 0 16,0 0-16,-8 7 0,8-7 15,0-1-15,-7 8 16,0 0-16,0 0 15,7 8-15,-7-8 0,7 7 16,-7-7-16,7 7 0,-7 0 0,0 0 0,7 0 0,-7-7 0,7 7 16,0 0-16,-7-7 0,0 0 0,7 7 0,0 0 0,-7 0 0,0-7 0,7 7 0,0 0 0,-7-7 15,7 7-15,-7 0 0,7 0 0,-7-7 0,7 7 0,0 0 0,-7-7 16,7 7-16,-7 1 0,7-1 0,0 0 16,7-7 15,0 0-16,0 0-15,0 0 0,0 0 16,0 0-16,-7-7 0,7 7 0,-7-7 0,7 7 0,-7-8 0,7 8 16,0 0-16,-7-7 0,7 7 0,-7-7 0,7 0 15,-7 0-15,0 0 0,7 7 0,-7-7 16,0 0-16,0 0 16,0 0-16,0 0 0,-7 7 15,7-7-15,-7 7 0,0 0 16,0 0-16,0 0 15,0 0-15,7 7 0,0 0 0,0 0 16,-7-7-16,0 7 0,7 0 0,0 0 0,0 0 0,0 0 16,-7-7-16,7 7 0,0 0 0,-7 0 0,7 1 0,0-1 0,0 0 15,0 0-15,0 0 0,0 0 0,0 0 0,0 0 0,0 0 16,0 0-16,7-7 0,-7 7 16,7-7-16,0 0 0,0 0 15,0 0-15,-7-7 0,7 7 16,-7-7-16,7 7 0,-7-7 0,0 0 15,7 0-15,-7 0 0,0 0 0,0 0 16,0 0-16,0 0 0,0-1 0,0 1 16,-7 0-16,0 7 0,7-7 0,-7 7 0,0-7 0,7 0 15,-7 7-15,0 0 0,0-7 0,0 7 0,0-7 0,0 7 0,0 0 16,0 0-16,7-7 0,-8 7 0,1 0 0,0 0 0,0 0 0,7-7 0,-7 7 0,0 0 0,0 0 16,0 0-16,0 0 0,0 0 0,0 0 0,0 0 0,0 0 0,0 0 0,0 0 0,0 0 0,0 0 15,-1 0-15,1 0 0,0 0 0,0 0 0,0 0 0,0 7 0,0-7 0,0 0 16,0 0-16,0 0 0,0 7 0,0-7 0,7 7 0,-7-7 0,0 0 0,0 7 0,0-7 0,0 7 15,0 0-15,0-7 0,7 7 0,-8-7 0,1 7 0,0-7 0,0 7 16,7 1-16,-7-1 0,7 0 0,-7-7 0,7 7 0,0 0 16,0 0-16,0 0 0,-7-7 0,7 7 0,0 0 0,0 0 15,7-7-15,-7 7 0,7-7 0,0 7 0,-7 0 0,7-7 0,-7 7 16,7-7-16,0 0 0,1 0 0,-1 0 0,-7 7 0,7-7 0,0 0 16,-7 7-16,7-7 0,0 0 0,0 0 0,0 0 0,0 0 0,0 0 15,0 0-15,0 0 0,0-7 0,0 7 16,-7-7-16,7 7 0,-7-7 0,7 7 0,-7-7 0,7 7 15,-7-7-15,0 0 0,7 7 0,-7-7 0,0 0 0,7 7 0,-7-7 0,0 0 16,0 0-16,0 0 0,8 0 0,-8 0 0,7 0 0,-7-1 16,0 1-16,0 0 0,0 0 0,0 0 0,0 0 0,0 0 15,0 0-15,0 0 0,0 0 0,0 0 0,0 0 16,0 0-16,-7 7 16,-1 0-1,8 7 1,-7-7-16,7 7 0,0 0 0,0 0 0,-7-7 0,7 7 0,-7-7 0,7 7 15,0 0-15,0 0 0,-7-7 0,7 7 0,0 0 0,0 0 0,0 0 0,0 1 16,0-1-16,-7-7 0,7 7 0,0 0 0,0 0 0,0 0 0,0 0 0,0 0 16,0 0-16,7-7 0,0 0 0,-7 7 0,7-7 0,-7 7 15,7-7-15,0 0 0,1 0 0,-8 7 0,7-7 0,0 0 0,0 0 16,0 0-16,0 0 0,0 0 0,0 0 0,0 0 16,0 0-16,0 0 0,-7-7 0,7 7 0,0-7 0,0 7 0,0 0 15,-7-7-15,7 0 0,0 7 0,1-7 0,-8 0 0,7 0 0,0 7 16,-7-7-16,0 0 0,7 7 0,-7-7 0,0 0 0,7-1 0,-7 1 15,0 0-15,7 7 0,-7-7 0,0 0 0,0 0 0,0 0 16,0 0-16,0 0 0,0 0 0,0 0 0,-7 7 0,7-7 16,-7 7-16,7-7 0,-7 7 0,7-7 0,-7 7 0,7-7 0,0 0 15,-7 7-15,-1 0 0,1 0 0,0 0 16,0 0-16,0 0 0,0 0 0,0 0 16,0 0-16,0 0 0,7 7 0,-7 0 0,0-7 15,0 7-15,7 0 0,-7 0 0,7 0 0,-7-7 0,7 7 0,0 0 16,0 0-16,0 0 0,-7-7 0,7 7 0,0 0 0,0 0 0,-7 0 0,7 0 15,0 1-15,0-1 0,0 0 0,0 0 0,0 0 0,0 0 0,0 0 0,0 0 16,0 0-16,7-7 0,-7 7 0,0 0 0,7-7 0,-7 7 0,7-7 0,-7 7 16,7-7-16,-7 7 0,7-7 0,0 0 0,0 0 0,0 0 0,0 0 15,0 0-15,-7 7 0,7-7 0,0 0 0,0 0 0,0 0 0,0 0 0,1 0 16,-1 0-16,0 0 0,-7-7 0,7 7 0,0 0 0,-7-7 0,7 7 16,-7-7-16,7 7 0,0 0 0,-7-7 0,0 0 0,7 7 15,-7-7-15,7 0 0,-7 0 0,0 0 0,0 0 0,0 0 16,7 0-16,-7 0 0,0 0 0,0-1 0,0 1 15,0 0-15,0 0 0,0 0 0,0 0 0,0 0 16,0 0-16,0 0 0,0 0 0,-7 7 16,7-7-16,-7 7 0,7-7 0,-7 7 0,7-7 0,-7 7 15,0 0-15,0 0 0,0 0 16,0 0-16,0 0 0,0 0 16,-1 0-16,8 7 0,-7-7 0,7 7 0,0 0 0,0 0 15,-7-7-15,7 7 0,-7-7 0,7 7 0,0 0 0,0 0 0,0 0 0,-7-7 0,7 7 0,0 0 16,-7-7-16,7 7 0,0 1 0,-7-1 0,7 0 0,0 0 0,0 0 0,-7 0 0,7 0 15,0 0-15,-7 0 0,7 0 0,0 0 0,0 0 0,0 0 0,0 0 0,0 0 16,0 0-16,0 0 0,0 1 0,7-8 0,-7 7 0,7-7 16,0 0-16,-7 7 0,7-7 0,-7 7 0,7-7 0,0 0 15,0 0-15,0 0 0,1 0 0,-1 0 16,0 0-16,0 0 0,0 0 0,0 0 0,-7-7 0,7 7 0,0 0 16,-7-7-16,7 7 0,0-7 0,-7-1 0,7 8 0,0 0 15,-7-7-15,7 0 0,-7 0 0,7 0 0,-7 0 16,7 7-16,-7-7 0,0 0 0,0 0 0,0 0 0,0 0 15,0 0-15,0 0 0,0 0 0,0 0 0,0 0 16,0 0-16,0-1 0,0 1 0,0 0 16,-7 7-16,7-7 0,0 0 0,-7 0 0,0 7 15,0 0-15,7-7 0,-7 7 0,0 0 0,0 0 16,7-7-16,-7 7 0,0 0 0,0 0 16,0 0-16,0 0 0,7 7 0,-7-7 0,7 7 0,-7-7 15,7 7-15,-8-7 0,1 7 0,7 0 0,-7 0 0,0 0 0,7 1 0,0-1 16,0 0-16,-7-7 0,7 7 0,0 0 0,-7 0 0,7 0 0,0 0 0,-7 0 0,7 0 15,0 0-15,0 0 0,0 0 0,0 0 0,0 0 0,0 0 0,0 0 0,0 1 16,0-1-16,7-7 0,0 7 0,-7 0 0,0 0 16,7-7-16,0 0 0,-7 7 15,7-7-15,0 0 16,1 0-16,-8-7 0,0 0 0,0 0 16,7 7-16,-7-7 0,0 0 0,7 7 0,-7-8 0,0 1 15,0 0-15,7 7 0,-7-7 0,0 0 0,0 0 0,0 0 16,0 0-16,7 7 0,-7-7 0,0 0 0,0 0 0,0 0 0,0 0 0,0 0 15,0 0-15,0 0 0,0 0 0,0-1 0,-7 8 16,7-7-16,0 0 0,-7 7 0,7-7 0,-7 7 0,7-7 16,-7 7-16,-1 0 0,8-7 0,-7 7 0,7-7 0,-7 7 0,0 0 15,0-7-15,0 7 0,0 0 0,0 0 0,0 0 16,0 0-16,0 0 0,0 0 0,0 0 0,0 0 0,0 0 16,0 0-16,0 0 0,-1 0 0,1 0 15,7 7-15,0 0 0,-7-7 0,7 7 0,-7-7 0,7 7 16,-7 0-16,7 0 0,0 0 0,0 1 0,0-1 0,0 0 15,0 0-15,-7-7 0,7 7 0,0 0 0,0 0 0,0 0 16,0 0-16,0 0 0,0 0 0,0 0 0,0 0 0,0 0 0,7 0 16,-7 0-16,7-7 0,-7 7 0,7-7 0,0 0 15,-7 8-15,7-8 0,1 0 0,-1 0 0,0 0 0,0 0 16,0 0-16,0 0 0,0 0 0,0 0 16,0-8-16,0 1 0,-7 0 0,7 7 0,0 0 0,0-7 0,-7 0 15,7 7-15,0-7 0,-7 0 0,7 0 0,0 7 0,-7-7 0,8 7 16,-8-7-16,0 0 0,7 0 0,0 0 0,-7 0 0,0 0 0,7 0 15,-7 0-15,7-1 0,-7 1 0,0 0 0,0 0 0,7 7 16,-7-7-16,0 0 0,0 0 0,0 0 0,0 0 0,0 0 16,0 0-16,-7 7 0,7-7 0,-7 0 0,0 0 15,0 7-15,7-7 0,-7 7 0,-1 0 16,1 0-16,7-7 0,-7 7 0,0 0 0,0 0 16,0 0-16,0 0 0,0 0 0,0 0 0,0 0 15,0 0-15,7 7 0,-7-7 0,7 7 0,-7-7 0,0 7 0,7 0 16,0 0-16,-7-7 0,0 7 0,0 0 0,7 0 0,-8-7 0,8 7 0,0 0 0,-7-7 15,7 7-15,0 0 0,-7-7 0,7 7 0,-7 0 0,0 0 0,7 1 0,0-1 0,-7-7 16,7 7-16,0 0 0,-7 0 0,7 0 0,0 0 0,0 0 0,0 0 0,0 0 16,0 0-16,0 0 0,0 0 0,0 0 0,0 0 15,7-7-15,-7 7 0,0 0 0,7-7 0,0 0 16,-7 8-16,7-1 0,0-7 0,0 0 0,1 0 16,-1 0-16,0 0 0,0 0 0,0 0 15,-7-7-15,7 7 0,0 0 0,0 0 0,-7-8 0,7 8 0,-7-7 0,7 7 0,-7-7 16,7 7-16,0 0 0,-7-7 0,7 7 0,-7-7 0,7 7 0,0-7 0,-7 0 15,0 0-15,7 7 0,0 0 0,-7-7 0,0 0 0,8 7 0,-8-7 16,0 0-16,0 0 0,0 0 0,0 0 0,0 0 16,0 0-16,0-1 15,0 1 1,-8 7 15,1 0-15,0 0-1,0 0 1,0 0 15</inkml:trace>
          <inkml:trace contextRef="#ctx0" brushRef="#br0" timeOffset="14874.208">-656 64 0,'7'0'78,"0"0"-63,0 0 1,0 0-16,-7-7 16,7 7-16,-7-7 46,0 0-30,-7 7 0,0 0-16,0 0 15,0 0-15,7-7 16,-7 7-16,0 0 16,0 0-16,7-7 15,7 7 63,0 0-62,0 0-16,0 0 16,0 0-1,-7-7-15,7 7 16,-7-8-1,0 1-15,0 0 16,-7 7 0,7-7 15,-7 7-31,0 0 0,0 0 31,0 0-31,7 7 16,0 0-1,0 0 1,7-7 78,0 0-79,0 0-15,-7 8 16,7-8-16,-7 7 16,7-7-16,0 0 0,-7 7 0,7-7 15,1 0-15,-8 7 0,0 0 0,7-7 16,0 0-16,-7 7 0,7 0 0,0 0 16,0 0-16,-7 0 15,7-7-15,-7 7 16,0 0-16,7-7 15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06-15T18:01:54.929"/>
    </inkml:context>
    <inkml:brush xml:id="br0">
      <inkml:brushProperty name="width" value="0.05833" units="cm"/>
      <inkml:brushProperty name="height" value="0.05833" units="cm"/>
      <inkml:brushProperty name="color" value="#FFFFFF"/>
      <inkml:brushProperty name="fitToCurve" value="1"/>
    </inkml:brush>
  </inkml:definitions>
  <inkml:trace contextRef="#ctx0" brushRef="#br0">-1884 92 0,'8'0'78,"-1"0"-78,0 0 0,0 0 16,0 0-16,0 0 0,0 0 0,0 0 15,0 0-15,0 0 0,0 0 0,0 0 0,0 0 0,0 0 0,0 0 0,0 0 0,0 0 0,1 0 16,-1 0-16,-7 7 0,7-7 0,0 0 0,0 0 0,0 0 0,0 0 0,7 0 0,-7 0 0,0 0 0,0 0 0,0 0 15,7 0-15,-7 0 0,0 0 0,0 0 0,0 0 0,1 0 0,-1 0 0,0 0 0,0 0 0,0 0 0,0 0 16,0 0-16,0 0 0,0 0 0,0 0 0,0 0 0,0 0 0,0 0 0,0 0 16,-14 0 46,0 0-62,0-7 16,0 7-16,0 0 0,0 0 0,0 0 0,0 0 15,0 0-15,0 0 0,0 0 0,0 0 0,0 0 16,-15 0-16,15 0 0,0 0 0,0 0 0,0 0 0,0 0 0,0 0 0,0 0 16,0 0-16,0 0 0,0 0 0,0 0 0,0 0 0,0 0 0,0 0 0,0 0 0,0 0 15,-1 0-15,1 0 0,0 0 0,0 0 0,0 0 0,14 0 63,0 0-48,0 0-15,0 0 0,1 0 16,-1 0-16,0 0 0,0 0 0,0 0 0,0 0 16,0 0-16,0 0 0,0 0 0,0 0 0,0 0 15,0 0-15,0 0 0,0 0 0,0 0 16,0 0 0,-7-7-1,-7 7-15,0 0 16,0 0-16,0 0 0,0 0 0,0 0 0,0 0 0,0 0 15,0 0-15,0 0 0,0 0 0,0 0 0,0 0 0,0 0 0,0 0 0,-1 0 16,1 0-16,0 0 0,0 0 0,0 0 0,0 0 0,0 0 0,0 0 0,0 0 16,0 0-16,0 0 0,7-7 0,-7 7 0,0 0 0,0 0 0,0 0 0,0 0 15,0 0-15,14 0 47,0 0-47,-7-7 16,7 7-16,0 0 0,0 0 0,0 0 0,-7-7 0,7 7 15,0 0-15,0-7 0,0 7 16,0 0-16,0 0 0,0 0 0,0 0 0,-7-7 0,0 0 16,7 7-16,0 0 0,1 0 0,-1 0 0,0 0 15,-14 0 17,0 0-32,-1 0 0,1 0 15,0 0-15,0 0 0,0 0 0,0 0 16,0 0-16,0 0 0,0 0 0,0 0 0,0 0 15,0 0-15,0 0 0,0 0 0,0 0 0,7 7 0,-7-7 16,0 0-16,-1 0 0,1 0 16,7 7-16,0 0 0,0 0 15,0 0-15,0 0 0,0 0 16,0 0-16,7-7 0,-7 7 0,0 0 0,0 0 16,8-7-16,-8 7 0,0 0 0,7-7 0,-7 7 0,0 0 0,7-7 15,-7 8-15,7-8 0,-7 7 0,7-7 0,-7 7 0,7-7 16,0 0-16,-7 7 0,7-7 0,-7 7 0,7-7 15,0 0-15,0 0 0,0 0 16,-7-7 0,7 7-16,-7-7 0,0 0 0,7 7 0,-7-7 15,7 7-15,-7-8 0,0 1 0,0 0 0,0 0 0,0 0 16,0 0-16,7 7 0,-7-7 0,0 0 0,0 0 16,0 0-16,0 0 0,-7 7 15,0 0-15,7-7 0,-7 7 0,0 0 16,7-7-16,-7 7 0,0 0 15,0 0-15,0 0 0,0 0 16,0 0-16,0 0 0,7 7 16,-7-7-16,0 0 0,7 7 0,-7 0 0,0-7 0,7 7 15,0 0-15,-8 0 0,1-7 0,7 7 0,0 0 0,0 0 0,0 0 16,0 0-16,0 0 0,0 1 0,0-1 0,0 0 16,0 0-16,0 0 0,0 0 0,7-7 15,-7 7-15,8-7 0,-8 7 0,7-7 0,0 0 16,0 0-16,0 0 0,0 0 15,0 0-15,0 0 0,0 0 0,0 0 16,0 0-16,0 0 0,0 0 0,0 0 16,-7-7-16,7 7 0,0-7 0,0 0 0,-7 0 15,8 7-15,-1 0 0,-7-7 0,7 7 0,-7-7 0,0 0 16,0-1-16,0 1 16,0 0-1,0 0-15,0 0 16,-7 7-16,0 0 0,7-7 15,-8 7-15,1 0 0,0 0 0,0 0 0,0-7 16,0 7-16,0 0 0,0 0 0,0 0 0,0 0 0,0 0 16,0 0-16,0 0 0,0 0 0,0 0 0,0 0 0,0 0 0,-1 0 15,1 0-15,0 0 0,0 0 0,0 0 0,0 0 0,0 0 0,0 0 16,0 0-16,0 0 0,7 7 0,-7-7 0,7 7 16,-7-7-16,7 7 0,0 0 0,0 0 15,0 0-15,0 1 0,0-1 16,0 0-16,7-7 0,-7 7 15,7-7-15,0 0 16,0 0-16,0 0 16,0 0-16,0 0 15,-7-7-15,7 7 0,0 0 0,-7-7 16,7 7-16,0-7 0,-7-1 0,0 1 0,8 7 16,-8-7-16,0 0 0,7 7 0,-7-7 0,0 0 0,0 0 15,0 0-15,0 0 0,0 0 16,0 0-16,-7 7 15,-1 0 1,1 0-16,0 0 31,0 0-15,0 0-16,7 7 16,7-7-1,0 0-15,0 0 0,0 0 16,1 0-16,-1 0 0,0 7 0,0-7 0,0 0 0,0 0 0,0 0 0,0 0 15,0 0-15,0 0 0,0 0 0,0 0 0,0 0 0,0 0 0,0 0 0,0 0 0,0 0 16,1 0-16,-1 0 0,0 0 0,0 0 0,0 0 0,0 0 0,0 0 0,0 0 0,0 0 16,0 0-16,0 0 0,0 0 0,0 0 0,0 0 0,0 0 0,-7 7 0,7-7 15,0 0-15,0 0 63,-7 7-32,7-7 0,1 0-31,-1 0 32,0 0-32,0 0 15,-7 7-15,7-7 16,0 0-1,-14 0 48,0 0-47,0 0-16,0 0 0,0 0 15,-1 0-15,1 0 16,0 0-16,0 0 0,0 0 0,0 0 0,0 0 15,0 0-15,0 0 0,0 0 0,0 0 0,0 0 16,0 0-16,0 0 0,0 0 0,0 0 0,0 0 0,0 0 16,0 0-16,14 0 140</inkml:trace>
  <inkml:trace contextRef="#ctx0" brushRef="#br0" timeOffset="-4338.9231">-2025 36 0,'0'-7'0,"7"7"0,-7-7 15,0-1-15,0 1 16,0 0-16,8 7 0,-8-7 0,0 0 15,0 0-15,0 0 0,0 0 16,0 0-16,0 0 0,0 0 16,0 0-1,0 0 1,-8 7-16,1 0 16,0 0-1,0 0 1,0 7-16,0-7 15,0 0-15,7 7 0,0 0 0,0 0 0,-7-7 0,0 0 0,7 7 0,0 0 0,-7-7 16,7 7-16,-7 0 0,7 0 0,-7-7 0,7 7 0,0 0 0,-7-7 0,7 7 16,-7-7-16,7 8 0,0-1 0,-7 0 0,7 0 0,-7-7 15,7 7-15,0 0 0,0 0 0,-7 0 0,7 0 0,0 0 16,0 0-16,0 0 0,0 0 16,0 0-16,7-7 0,0 0 15,-7 7-15,7-7 16,-7 7-16,7-7 0,0 0 15,0 0 1,0 0-16,0 0 16,0 0-16,-7-7 0,7 7 15,0 0-15,-7-7 16,7 7-16,-7-7 0,0 0 16,0 0-1,0 0-15,0 0 16,0 0-16,0 0 0,-7 7 15,7-7-15,-7 7 0,7-7 0,-7 7 16,0 0-16,7-7 0,-7 7 16,7-7-16,-7 7 0,0 0 0,0 0 15,0 0-15,0 0 32,7 7-32,0 0 15,0 0-15,0 0 0,0 0 0,-7-7 0,7 7 0,0 0 16,0 0-16,0 0 0,0 0 0,0 0 0,0 0 15,0 0-15,0 0 0,0 0 0,0 0 0,7-7 0,-7 8 16,0-1-16,7 0 0,-7 0 0,7-7 0,-7 7 16,7-7-16,0 0 15,0 0-15,0 0 16,0 0-16,0 0 16,-7-7-16,7 0 0,0 7 0,-7-7 0,0 0 15,0-1-15,7 8 0,-7-7 0,0 0 0,0 0 16,0 0-16,7 0 0,-7 0 15,0 0-15,0 0 0,0 0 0,0 0 16,0 0-16,0 0 0,-7 7 16,7-7-16,0 0 0,-7 7 15,7-7-15,-7 7 0,7-7 0,-7 7 16,0 0 15,0 0-15,7 7-1,0 0-15,0 0 0,-7-7 16,7 7-16,0 0 0,0 0 0,0 0 0,0 0 0,0 0 16,0 0-16,0 0 0,0 0 15,7-7 32,-7-7-47,0 0 16,7 7-16,-7-7 0,0 0 0,7 7 15,-7-7-15,0 0 0,7 7 0,-7-7 0,0 0 16,0 0-16,0 0 16,0 0-16,0 0 0,0 0 15,0 0-15,0-1 16,0 1-16,-7 7 0,7-7 0,0 0 16,-7 7-1,7-7-15,-7 7 0,7 7 47,0 0-31,0 0-16,-7-7 0,7 7 0,0 1 0,0-1 0,0 0 15,0 0-15,0 0 0,0 0 0,0 0 0,0 0 16,0 0-16,0 0 0,0 0 0,7 0 16,-7 0-16,7-7 0,-7 7 15,7-7 1,0 0-16,0-7 15,-7 0-15,7 7 16,-7-7-16,7 0 0,-7 0 16,0 0-16,0 0 0,0 0 15,0 0-15,0 0 16,0 0-16,0 0 31,0 0-31,0-1 16,0 1-1,0 14 32,0 1-47,0-1 16,7-7-16,-7 7 0,0 0 0,7-7 0,-7 7 0,0 0 0,0 0 16,0 0-16,0 0 0,0 0 0,8-7 0,-8 7 0,0 0 0,0 0 15,0 0-15,0 0 0,0 0 0,0 0 0,0 0 0,7 0 0,-7 1 0,7-1 16,-7 0-16,0 0 0,0 0 0,0 0 0,0 0 0,7-7 15,-7 7-15,0 0 0,7 0 0,0-7 47,-7-7-47,0 0 16,0 0-16,0 0 0,7 7 0,-7-7 16,0 0-16,7 7 0,-7-7 0,0 0 0,0 0 15,7 7-15,-7-8 0,0 1 0,0 0 0,7 7 0,-7-7 0,0 0 16,0 0-16,0 0 0,0 0 0,0 0 15,0 0-15,0 0 0,0 0 0,0 0 16,0 0-16,0 0 0,0 0 16,0 14 31,0 0-47,-7-7 0,7 7 0,0 0 15,0 0-15,0 0 0,0 0 0,0 0 0,0 0 0,-7 0 16,7 0-16,0 0 0,0 0 0,0 0 0,-7-7 0,7 7 0,0 1 15,0-1-15,0 0 0,0 0 0,0 0 0,0 0 0,0 0 0,0 0 16,0 0-16,0 0 0,7-7 47,-7-7-31,0 0-16,0 0 0,0 0 15,0 0-15,0 0 0,0 0 0,0 0 16,0 0-16,0-1 0,0 1 0,0 0 0,0 0 15,0 0-15,0 0 0,0 0 0,0 0 0,0 0 0,0 0 0,0 0 16,0 0-16,0 0 0,0 0 0,0 0 16,0 0-16,-7 0 0,7 0 15,0 0-15,-7 7 0,7-8 0,-7 8 0,0 0 16,7 8 15,0-1-31,-7-7 16,7 7-16,0 0 0,-7 0 0,7 0 0,0 0 15,0 0-15,0 0 0,0 0 0,-7-7 0,7 7 0,-8 0 16,8 0-16,0 0 0,0 0 0,0 0 0,0 0 16,0 0-16,0 0 0,0 1 15,8-8-15,-1 0 32,0 0-17,-7-8 1,7 8-16,-7-7 0,7 7 0,-7-7 15,7 7-15,-7-7 0,0 0 16,0 0-16,0 0 16,0 0-16,0 0 15,0 0-15,0 0 16,0 0-16,0 0 0,0 0 16,-7 7 30,7 7-46,0 0 0,0 0 16,-7-7-16,7 7 0,0 0 0,0 0 16,0 0-16,0 0 0,0 0 0,0 0 0,7 0 15,0 0-15,-7 0 0,0 1 0,7-1 0,0 0 0,-7 0 0,0 0 16,7-7-16,-7 7 0,7 0 0,-7 0 0,7-7 0,-7 7 0,0 0 0,7-7 16,-7 7-16,7 0 0,-7 0 0,7-7 0,-7 7 0,7 0 0,0-7 15,-7 7-15,7-7 0,0 0 0,-7 7 0,7-7 0,1 0 0,-1 0 16,0 0-16,0 0 0,0 0 15,0 0-15,0 0 0,0 0 0,0 0 0,0 0 16,0 0-16,-7-7 0,7 7 0,0 0 0,0 0 0,-7-7 16,7 7-16,-7-7 0,7 7 0,-7-7 0,7 0 15,1 7-15,-8-7 0,7 7 0,-7-7 0,0 0 16,0 0-16,0 0 0,0 0 16,0 0-16,0 0 15,0 0-15,-7 7 16,7-7-16,-8 7 0,8-7 0,-7 7 15,0 0-15,0 0 16,0 0 0,0 0-16,7 7 15,0 0-15,0 0 16,-7 0-16,7 0 0,0 0 0,0 0 16,0 0-16,0 0 0,0 0 15,0 0-15,0 0 0,7-7 0,-7 7 0,7-7 16,-7 7-16,7-7 0,0 0 15,-7 7-15,7-7 0,0 0 16,1 0-16,-1 0 16,-7-7 15,0 0-31,0 0 0,0 0 16,0 0-1,0 0 1,-7 7-16,7-7 0,-8 7 0,8-7 15,-7 7-15,0 0 0,0 0 16,0 0-16,0 0 0,7 7 47,0 0-47,0 0 16,0 0-16,0 0 0,0 0 0,0 0 15,0 0-15,7-7 0,-7 7 0,7-7 0,-7 8 0,0-1 0,0 0 16,7-7-16,-7 7 0,0 0 0,7-7 15,-7 7-15,7 0 0,1-7 0,-1 0 16,0 0-16,0 0 31,-7-7 1,7 7-32,-7-7 0,0 0 15,0 0-15,0 0 16,0 0-16,0-1 0,0 1 15,0 0-15,0 0 16,0 0-16,-7 7 0,7-7 0,-7 7 16,7-7-16,-7 7 0,0 0 15,7-7-15,-8 7 0,1 0 16,7-7-16,-7 7 0,0 0 0,0 0 0,0 0 16,7-7-16,-7 7 0,0 0 15,0 0-15,7 7 16,0 0-1,0 0 1,0 0-16,7 0 0,-7 0 0,7-7 16,-7 7-16,0 0 0,7-7 0,-7 7 0,7-7 0,0 8 15,-7-1-15,7-7 0,-7 7 0,7-7 0,-7 7 0,0 0 16,7-7-16,1 0 0,-1 7 0,-7 0 0,7-7 16,0 0-16,0 0 0,0 0 0,0 0 0,-7 7 0,7-7 15,0 0-15,0 0 0,0 0 0,0 0 0,-7 7 16,7-7-16,0 0 0,0 0 0,0 0 0,0 0 0,0 0 0,0 0 15,1 0-15,-1 0 0,0 0 0,0 0 0,0 0 16,0 0-16,0 0 0,0 0 0,0 0 16,0 0-16,-7-7 78,-7 7-63,7-7-15,0 0 0,-7 7 0,0 0 16,7-7-16,-7 7 0,7-7 0,-7 7 16,7-7-16,-7 7 0,0 0 0,7-7 15,-7 7-15,0 0 0,7-7 0,-8 7 16,1 0 62,7 7-78,-7-7 16</inkml:trace>
  <inkml:trace contextRef="#ctx0" brushRef="#br0" timeOffset="9131.9974">-1869 57 0,'0'-7'63,"7"7"-63,-7-7 0,7 7 15,-7-7-15,7 7 16,-7-7-16,7 7 0,-7-7 0,7 7 0,0 0 16,0 0-16,0 0 15,-7-8-15,7 8 16,0 0-16,0 0 15,-7-7-15,7 7 16,0 0-16,0 0 16,0 0-1,1 0-15,-1 0 32,0 0-32,0 0 15,0 0-15,0 0 16,0 0-16,0 0 31,0 0 0,-7 7-31,7-7 16,-14 0 78,0 0-79,0 0 1,0 0-16,0 0 16,0 0-16,7 8 0,-7-8 15,0 0-15,0 0 0,-1 0 16,1 0-16,7 7 0,-7-7 15,0 0-15,0 0 0,0 0 16,0 0-16,0 0 0,0 0 16,0 0-16,0 7 15,0-7 1,0 0 0,0 0-16,0 0 15,0 0-15,0 0 0,-1 0 16,1 0-1,0 0 1,0 0 0,0 0-16,7-7 15,-7 7-15,0 0 16,7-7-16,-7 7 16,0 0-16,0 0 0,0 0 15,0 0-15,7-8 31,-7 8-31,0 0 16,14 0 78,0 0-79,0 0-15,0 0 16,0 0-16,0 0 0,0 0 16,-7 8-16,7-8 0,0 0 15,0 0-15,0 0 0,-7 7 0,7-7 16,0 0-16,1 0 0,-1 0 16,0 0-16,0 7 0,0-7 0,0 0 15,0 0-15,0 0 0,0 0 0,0 0 0,0 0 16,0 0-16,0 0 0,0 7 0,0-7 0,0 0 0,0 0 15,1 0-15,-1 7 0,0-7 0,0 0 0,0 0 0,0 0 0,0 0 16,0 0-16,0 0 0,0 0 0,0 0 0,0 0 0,0 0 0,0 0 0,0 0 0,0 0 16,0 0-16,0 0 0,0 0 0,1 0 0,-1 0 0,0 0 0,0 0 0,0 0 15,0 0-15,0 0 0,0 0 0,0 0 0,0 0 0,0 0 0,0 0 16,0 0-16,0 0 0,0 0 0,0 0 0,0 0 16,1 0-16,-1 0 0,0 0 0,0 0 0,0 0 15,0 0-15,0 0 0,0 0 0,0 0 0,0 0 16,0 0-16,0 0 0,0 0 0,0 0 0,0 0 15,0 0-15,0 0 0,0 0 0,0 0 16,1 0-16,-1 0 0,0 0 16,-14 0 62,0 0-63,-1 0-15,1 0 16,0 0-16,0 0 16,0 0-16,0 0 0,0 0 0,0 0 15,0 0-15,0 0 0,7 7 0,-7-7 0,0 0 16,0 0-16,0 0 0,0 0 0,7 7 0,-7-7 16,0 0-16,0 0 0,0 0 0,-1 0 0,1 0 15,7 7-15,-7-7 0,14 0 78,0 0-62,1 0-16,-1 7 16,0-7-16,0 0 0,0 0 0,-7 7 0,7-7 0,0 0 15,0 0-15,0 0 0,0 0 0,0 0 0,0 0 0,0 0 16,0 0-16,0 0 0,0 0 0,0 0 0,0 0 15,0 0-15,1 0 0,-1 0 0,0 0 16,0 0-16,0-7 0,0 7 16,0 0-16,-7-7 15,0 0 32,-7 7-31,7-7-1,-7 7-15,0 0 16,0 0-16,0 0 0,0 0 16,-1 0-16,1 0 0,0 0 0,0 0 15,0 0-15,0 0 0,0 0 16,0 0-16,7 7 31,-7-7-31,0 0 16,7 7-16,0 0 15,0 0 1,7-7-16,0 0 0,0 0 16,0 0-16,0 0 0,0 0 15,0 0-15,0 0 0,0 0 0,1 0 0,-1 0 16,0 0-16,0 0 0,0 0 16,0 0-16,0 0 0,0 0 15,0 0-15,0 0 16,-7-7-16,7 7 15,-14 0 32,0 0-31,0 0-16,0 0 0,0 0 16,0 0-16,0 0 0,0 0 0,7-7 0,-7 7 0,0 0 0,-1 0 15,1 0-15,0 0 0,0 0 0,0 0 0,0 0 0,0 0 0,0 0 16,0 0-16,0 0 0,0 0 0,0 0 0,0 0 0,0 0 0,0 0 0,0 0 15,0 0-15,0 7 0,0-7 0,-1 0 0,8 7 16,8-7 15,-1 0-15,-7 7-16,7-7 0,0 0 0,-7 7 0,7-7 0,0 0 0,-7 7 16,7-7-16,0 0 0,0 0 0,0 0 0,0 0 0,0 0 15,0 0-15,0 0 0,0 0 0,0 0 0,0 0 0,0 0 16,0 0-16,1 0 0,-1 0 0,0 0 0,0 0 0,0 0 0,0 0 15,0 0-15,0 0 0,0 0 0,0 0 0,0 0 0,0 0 0,0 0 16,0 0-16,0 0 0,0 0 0,0 0 0,1 0 0,-1 0 0,0 0 0,0 0 0,0 0 0,0 0 16,0 0-16,0 0 0,0 0 0,0 0 0,0-7 0,0 7 0,0 0 0,0 0 0,0 0 0,0 0 15,0 0-15,0-7 0,0 7 0,1 0 0,-1 0 0,0 0 0,0 0 16,0 0-16,0 0 0,0-7 0,0 7 0,0 0 0,0 0 0,0 0 0,0 0 16,-7-7-16,7 7 0,0 0 0,0 0 0,0 0 0,0 0 0,1 0 15,-1 0-15,0 0 0,-7-7 16,7 7-16,0 0 15,0 0-15,0 0 0,0 0 0,0 0 16,0 0-16,0 0 0,0 0 0,0 0 16,0 0-16,0 0 0,0 0 0,0 0 0,-7-7 0,7 7 0,0 0 15,1 0-15,-1 0 0,0 0 0,0 0 16,-7-7 78,-7 7-79,0 0-15,0 0 16,-1 0-16,1 0 0,0 0 16,0 0-16,0 0 0,0 0 0,0 0 0,0 0 0,0 0 15,0 0-15,0 0 0,0 7 0,0-7 0,0 0 0,0 0 16,0 0-16,0 0 0,0 0 0,7 7 0,-7-7 0,-1 0 0,1 0 0,0 0 0,0 0 0,0 0 0,0 0 0,0 0 15,-7 0-15,7 0 0,0 0 0,0 0 0,0 0 0,7 7 0,-7-7 0,0 0 0,0 0 0,0 0 0,7 7 16,-8-7-16,1 0 0,0 0 0,0 0 0,0 0 0,0 7 0,0-7 0,0 0 16,7 7-16,-7-7 0,7 7 0,-7-7 15,14 0 32,0 0-47,0 0 0,0 7 16,0-7-16,0 0 0,-7 7 0,7-7 0,0 0 0,0 0 0,1 0 15,-1 0-15,0 0 0,0 0 0,0 0 0,0 0 0,0 0 0,0 0 0,0 0 0,0 0 16,0 0-16,0 0 0,0 0 0,0 0 0,0 7 0,0-7 0,0 0 0,1 0 0,-1 0 0,0 0 16,0 7-16,0-7 0,0 0 0,0 0 0,0 0 0,0 0 0,0 0 0,0 0 15,0 0-15,0 0 0,0 0 0,0 0 0,0 0 16,-7 7-16,7-7 0,-14 0 62,0 0-46,0 0-16,7-7 0,-7 7 0,0-7 0,0 7 16,0 0-16,0 0 0,0 0 0,7-7 15,-7 7-15,0 0 0,0 0 0,0 0 0,0 0 0,7-7 0,-7 7 0,0 0 16,-1 0-16,1 0 0,0 0 0,0 0 0,0 0 0,0 0 16,0 0-16,0 0 0,0 0 0,7 7 31,7-7-31,0 0 15,0 0-15,0 0 0,-7 7 0,7-7 16,0 0-16,0 0 0,-7 7 0,7-7 0,1 0 0,-1 0 0,0 0 16,0 0-16,0 0 0,0 0 0,0 0 0,0 0 0,0 0 0,7 0 0,-7 0 15,0 0-15,0 0 0,7 0 0,-7 0 0,0 0 0,0 0 0,1 0 0,-1 0 0,0 0 0,7 0 0,-7 0 16,0 0-16,0 0 0,0 0 0,0 0 0,0 0 0,-7-7 0,7 7 0,0 0 0,0 0 0,0 0 16,0 0-16,0 0 0,1 0 0,-1 0 0,0 0 0,0 0 0,0 0 0,-7-7 0,7 7 0,0 0 0,-7-7 15,14 7-15,-7 0 0,0 0 0,-7-7 0,7 7 0,0 0 0,-7-7 16,7 7-16,0 0 0,0 0 0,-7-7 15,-7 7 1,0 0 0,7-7-16,-7 7 15,0 0-15,7-7 0,-7 7 16,0 0-16,0 0 0,0 0 0,0 0 0,0 0 16,0-7-16,0 7 0,0 0 0,0 0 15,7-7-15,-7 7 0,-1 0 0,1 0 0,14 0 47,1 0-47,-8 7 16,7-7-16,0 0 0,0 0 0,0 0 0,0 0 15,0 0-15,0 0 0,0 0 0,0 7 0,0-7 16,0 0-16,0 0 0,0 0 0,0 0 0,0 0 16,0 0-16,0 0 0,0 0 0,1 0 15,-1 0-15,-7-7 0,7 7 0,0-7 0,0 7 0,0 0 16,-7-7-16,7 7 0,0 0 0,0 0 0,-7-7 15,7 7-15,-7-7 0,7 7 16,-7-7 15,-7 7-31,0 0 16,7-7-16,-7 7 0,0 0 16,0 0-16,0 0 15,0 0-15,0 0 0,0 0 16,7 7-16,-7-7 0,-1 0 0,1 0 0,0 0 0,7 7 0,-7-7 15,0 0-15,0 0 0,7 7 0,-7-7 0,0 0 0,0 0 0,0 7 16,7 0-16,-7-7 0,14 0 47,0 0-47,0 0 0,0 0 16,0 0-16,0 0 0,0 7 0,0-7 0,0 0 0,0 0 15,1 0-15,-1 0 0,0 0 0,0 0 0,0 0 0,7 0 0,-7 0 16,0 0-16,0 0 0,0 0 0,0 0 0,0 0 0,0-7 0,0 7 15,0 0-15,0 0 0,-7-7 0,8 7 0,-1 0 0,0 0 0,0 0 16,0 0-16,0 0 16,-14 0-1,0 0 1,0 0-16,0 0 0,0 0 0,-1 0 0,1 0 0,0 0 0,0 7 0,0-7 16,0 0-16,0 7 0,0-7 0,0 0 0,-7 0 0,0 0 0,7 0 0,-7 0 0,7 0 0,-1 0 0,-6 7 0,7-7 15,-7 0-15,7 7 0,0-7 0,-14 7 0,0-7 0,7 0 0,7 0 0,-7 7 0,-1-7 0,1 0 0,0 0 16,0 0-16,0 0 0,-7 7 0,14-7 0,0 7 0,0-7 0,0 7 0,-1-7 0,-6 0 0,7 0 0,-7 0 15,7 0-15,-7 7 0,7-7 0,0 0 0,7 7 0,-7-7 0,0 0 16,14 0 0,0 0-1,-7 7 1,7-7-16,0 0 0,0 0 0,0 0 0,0 0 0,0 0 16,0 0-16,0 0 0,0 0 0,0 0 0,1 0 0,-1 0 15,0 0-15,0 0 0,0 0 0,0 0 0,0 0 0,0 0 0,0 0 0,0 0 0,0 0 16,0 0-16,0 0 0,0 0 0,0 0 0,0 0 0,0 0 0,1 0 0,-1 0 15,0 0-15,0 0 0,0-7 0,0 7 0,0 0 0,0 0 0,0 0 16,0 0-16,0 0 0,0 0 0,0 0 0,0 0 16,0 0-16,0 0 0,0 0 15,-7-7 1,-7 7 15,0 0-15,0 0-1,7-7-15,-7 7 0,0 0 16,0 0-16,7-7 16,-7 7-16,0 0 0,0 0 15,0 0-15,0 0 0,0 0 0,0 0 0,0 0 16,0 0-16,0 0 0,-1 0 0,1-7 0,0 7 0,0 0 16,0 0-16,0 0 0,0 0 0,0 0 0,0 0 0,0 0 15,7-7-15,-7 7 0,0 0 0,0 0 16,0 0-16,0 0 0,0 0 15,0 0 1,-1 0-16,1 0 16,0 0-16,0 0 0,7-7 0,-7 7 0,0 0 15,0 0-15,0 0 0,0 0 0,0 0 0,0 0 0,0 0 0,0 0 16,0 0-16,0 0 0,0 0 0,0 0 0,0 0 0,0 0 0,-1 0 0,1 0 0,0 0 16,0 0-16,0 0 0,0 0 0,0 0 0,0 0 0,0 0 0,0 0 0,0 0 0,0 0 0,0 0 15,0 0-15,0 0 0,0 0 0,0 0 0,-1 0 0,1 0 0,0 0 0,0 0 0,0 0 16,0 0-16,0 0 0,0 0 0,0 0 0,0 0 0,0 0 15,0 0-15,0 0 0,0 0 0,0 0 16,0 0-16,0 0 16,0 0-16,0 0 15,-1 0 1,1 0-16,0 0 0,0 0 16,7-7-16,-7 7 0,14 0 140,0 0-140,0 0 16,0 0-1,1 0-15,-1 0 16,0 0-16,0 0 0,0 0 0,0 0 16,0 0-16,0-7 0,0 7 0,0 0 15,0 0-15,0 0 0,0 0 0,0 0 16,0 0-16,0 0 0,0-7 0,0 7 16,0 0-16,1 0 0,-8-7 31,-8 7 31,1 0-62,0 0 16,0-7-16,0 7 16,0 0-16,0 0 15,7-7-15,-7 7 0,0 0 0,0 0 16,0 0-16,7-7 0,-7 7 0,0 0 0,0 0 15,0 0-15,0 0 0,0 0 0,0 0 0,0 0 16,-1 0-16,1-7 0,0 7 0,0 0 16,0 0-16,0 0 0,7-7 0,-7 7 15,0 0-15,0 0 16,14 0 93,-7-7-109,7 7 0,0 0 0,0 0 16,0 0-16,0 0 0,0 0 0,0 0 16,1 0-16,-1 0 0,0 0 0,0 0 15,0 0-15,0 0 16,0 0-16,-14 0 78,0 0-62,0 0-16,0 0 0,0 0 15,0 0-15,-1 0 0,1 0 0,0 0 16,0 0-16,0 0 0,0 0 0,0 0 0,0 0 0,0 0 15,0 0-15,0 0 0,0 0 0,0 0 0,0 0 0,0 0 16,0 0-16,0 0 0,-1 0 0,1 0 0,0 0 0,0 0 16,0 0-16,0 0 0,0 0 0,0 0 0,0 0 0,0 0 0,0 0 15,0 0-15,0 0 0,0 0 0,0 0 0,0 0 16,0 0-16,7-8 0,-7 8 0,0 0 0,-1 0 0,1 0 0,7-7 16,-7 7-16,0 0 0,0 0 0,0 0 0,0-7 15,0 7-15,7-7 0,-7 7 16,0 0-1,7-7 79,7 7-78,0 0-1,0 0 1,0 0 0,0 0-16,0 0 0,0 0 0,0 0 15,0 0-15,1 0 0,-1 0 0,0 0 0,0 0 0,0 0 16,0 0-16,0 0 0,0 0 0,0 0 0,0 0 0,0 0 0,0 0 0,0 0 16,0 0-16,0 0 0,0 0 0,0 0 0,0 0 0,0 0 0,1 0 0,-1 0 0,0 0 15,0 0-15,0 0 0,0 0 0,0 0 0,0 0 0,0 0 0,0 0 16,-7 7-16,7-7 0,0 0 0,0 0 0,-7 7 0,7-7 0,0 0 0,0 0 15,0 0-15,1 0 0,-1 0 0,0 0 0,0 0 0,0 0 0,0 0 16,0 0-16,0 7 0,0-7 0,0 0 0,0 0 0,0 0 0,0 0 16,0 0-16,0 0 0,0 0 0,0 0 0,0 0 0,0 0 15,1 0-15,-1 0 0,0 0 0,-7 7 0,7-7 0,0 0 0,0 0 0,0 0 16,0 0-16,0 0 0,0 0 0,0 0 16,0 0 140,0 0-141,0 0-15,0 0 0,0 0 0,-7 8 16,7-8-16,1 0 0,-1 0 0,0 0 0,0 0 16,0 0-16,0 0 0,0 0 0,0 0 0,0 0 15,0 0-15,0 0 0,0 0 0,0 0 0,0 0 16,0 0-16,0 0 0,0 0 0,0 0 0,0 0 0,1 0 16,-1 0-16,0 0 0,0 0 0,0 0 0,0 0 15,0 0-15,0 0 0,0 0 0,0 0 0,0 0 0,0 0 0,0 0 16,0 0-16,0 0 0,0 0 0,0 0 0,1 0 15,-1 0-15,0 0 0,-14 0 125,0 0-109,7 7-16,-8-7 0,8 7 16,-7-7-16,0 0 15,0 0-15,0 0 16,0 0-16,0 0 0,0 0 16,0 0-16,0 0 15,0 0-15,0 0 0,0 0 0,0 0 0,0 0 16,0 0-16,0 0 0,-1 0 0,1 0 0,0 0 15,0 0-15,0 0 0,0 0 0,0 0 0,0 0 0,0 0 0,0 0 16,0 0-16,0 0 0,0 0 0,0 0 0,0 0 16,0 0-16,14 0 62,0 7-46,0-7-16,0 0 0,0 0 15,-7 7-15,7-7 0,0 0 0,0 0 0,0 0 0,0 0 16,0 7-16,0-7 0,0 0 0,0 0 0,0 0 0,1 0 0,-1 0 16,0 0-16,0 0 0,0 0 0,0 0 0,0 0 0,0 0 0,0 0 15,0 0-15,0 0 0,0 0 0,0 0 0,0 0 16,0 0-16,0 0 0,0 0 16,1 0-1,-16 0 63,1 0-78,0 0 0,0 0 16,0 0-16,0 0 0,0 0 0,0 0 0,0 0 16,0 0-16,0 0 0,0 0 0,0 0 15,0 0-15,0 7 0,0-7 0,0 0 0,-1 0 16,-6 0-16,14 7 0,-7-7 0,0 0 0,0 0 0,0 0 0,0 0 15,0 0-15,0 0 0,0 0 0,0 0 0,0 0 16,0 0-16,0 0 0,0 0 0,0 0 0,0 0 16,0 0-16,7 7 0,7-7 47,-7 7-32,7-7 1,0 0-16,0 0 0,0 0 15,-7 7 48,-7-7-63,0 0 16,0 0-16,0 0 0,0 0 15,-1 0-15,1 0 0,0 0 0,0 0 16,0 0-16,0 0 0,0 0 0,0 0 0,0 0 0,0 0 15,0 0-15,0 0 0,0 0 0,0 0 0,0 0 0,0 0 0,0 0 0,-1 7 16,1-7-16,0 0 0,0 0 0,0 0 0,7 7 0,-7-7 0,0 0 0,0 0 0,0 0 0,0 0 16,0 0-16,0 0 0,0 0 0,0 0 0,0 0 0,0 0 0,0 7 0,0-7 15,0 0-15,-1 0 0,1 0 0,0 0 0,0 0 0,0 7 0,0-7 0,0 0 16,0 0-16,0 0 0,0 0 0,0 0 0,0 0 16,0 0-16,0 0 0,0 0 0,0 0 0,0 0 15,-1 0-15,1 0 16,0 7-16,0-7 0,0 0 15,0 0 1,0 0 0,0 0-1,0 0-15,7 7 16,-7-7-16,0 0 0,7 7 16,-7-7-16,0 0 0,0 0 15,0 0-15,0 0 0,0 0 0,0 0 16,7 7-16,-7-7 0,-1 0 0,1 0 15,0 0-15,0 0 0,7 8 16,-7-8-16,0 0 0,0 0 0,7 7 16,-7-7-16,0 0 0,0 0 0,0 0 15,0 0-15,0 0 0,0 0 16,0 0-16,0 0 16,7 7-16,-7-7 0,-1 0 15,1 0-15,7 7 0,-7-7 31,0 0-31,7 7 0,-7-7 0,7 7 47,7-7 16,0 0-63,0 0 0,0 0 15,1 0-15,-1 0 16,0 0-16,-7-7 16,7 7-1,-7-7-15,7 7 0,-7-7 16,0 0 0,0 0-16,0-1 15,-7 8 48,7-7-48,-7 7 1,0 0-16,7-7 16,-7 7-16,-1-7 15,1 7 1,7-7-16,0 0 15,-7 7-15,7-7 16,-7 7-16,7-7 16,-7 7-16,0 0 15,7-7-15,-7 7 0,7-7 16,0 0-16,-7 7 16,7-7-16,-7 7 15,7-7-15,-7 7 31,0 0-31,7-7 16,-7 7 0,0 0 15,0 0 47,7-7-62,0 0 46,-7 7-62,7-7 16,-7 7-16,7-7 0,0 0 31,0-1 0,0 1 1,0 0-17,0 0-15,-7 7 31,0 0 1,0 0-17</inkml:trace>
  <inkml:trace contextRef="#ctx0" brushRef="#br0" timeOffset="12515.9936">-1630 29 0,'-7'0'47,"0"0"-16,0 0 63,0 0-78,0 0-1,0 0 1,7-7-1,0-1 17,-7 8-32,0 0 15,14 0 63,0 0-78,-7-7 0,7 7 16,0 0-16,0 0 0,0 0 0,0 0 16,0 0-16,1 0 0,-1 0 0,0 0 15,0 0-15,0 0 0,0 0 16,0 0 0,0 0-1,0 0 1,0 0-16,0 0 15,0 0-15,0 0 0,0 0 16,0 0-16,-14 0 63,0 0-32,0 0-31,0 0 0,0 0 15,0 0-15,0 0 16,0 0-16,0 0 0,14 0 78,0 0-78,0 0 16,0 0-16,0 0 0,0 0 15,-7 7-15,7-7 0,-7 8 0,7-8 0,0 0 0,0 0 16</inkml:trace>
  <inkml:trace contextRef="#ctx0" brushRef="#br0" timeOffset="18810.5839">-980 14 0,'7'0'109,"0"0"-77,-14 0 15,0 0-47,0 0 15,0 0-15,7-7 0,-8 7 0,1 0 0,0 0 0,0 0 16,0 0-16,0 0 0,0 0 0,0 0 0,0 0 0,0 0 0,0 0 0,0 0 15,0 0-15,0 0 0,0 0 0,0 0 0,0 0 0,-1 0 0,1 0 0,0 0 0,0 0 16,0 0-16,0 0 0,0 0 0,0 0 0,0 0 0,0 0 0,0 7 0,0-7 0,0 0 0,0 0 16,0 0-16,0 0 0,0 0 0,0 0 0,14 0 62,-7 8-62,7-8 0,0 0 0,0 0 16,0 0-16,0 0 0,0 0 15,0 0-15,0 0 0,0 7 0,0-7 0,0 0 0,0 0 16,0 0-16,0 0 0,0 0 0,0 0 0,1 0 0,-1 0 0,0 0 0,0 0 16,0 0-16,0 0 0,0 0 0,0 0 0,0 0 0,0 0 15,0 0-15,0 0 0,0 0 0,0 0 0,-14 0 110,0 0-110,0 0 15,0 0-15,0 0 16,0 0-16,0 0 0,0 0 0,0 0 16,0 0-16,0 0 15,14 0 48</inkml:trace>
  <inkml:trace contextRef="#ctx0" brushRef="#br0" timeOffset="-27661.7058">141 127 0,'-7'0'0,"0"0"16,0 0-16,0 0 15,0 0-15,0 0 0,0 0 16,0 0-16,0 0 15,0 0-15,0 0 0,0 0 0,0 0 0,0 0 16,0 0-16,0 0 0,0 0 0,-1 0 0,1 0 16,0 0-16,14 0 62,0 0-62,1 0 0,-1 0 16,0 0-16,0 0 0,0 0 0,7 0 0,-7 0 15,-7 7-15,7-7 0,0 0 0,0 0 0,0 0 0,0 0 0,0 0 0,-7 7 0,7-7 16,0 0-16,0 0 0,0 0 0,0 0 0,1 0 0,-1 0 0,0 0 0,0 0 0,0 0 0,7 0 0,0 0 16,-7 0-16,0 0 0,0 0 0,7 0 0,-7 0 0,0 0 0,0 0 0,8 0 0,-8 0 0,0 0 0,0 0 15,0 0-15,0-7 0,0 7 0,0 0 0,0-7 0,0 7 0,0 0 0,0 0 0,-7-7 0,7 0 16,0 7-16,0-7 0,0 7 0,-7-7 0,7 7 0,-7-7 0,0 0 16,0 0-1,-7 7-15,7-7 16,-7 7-16,0 0 0,0 0 0,0 0 15,0 0-15,0 0 0,0 0 0,0 0 0,7-7 16,-7 7-16,0 0 0,0 0 0,0 0 0,0 0 0,0 0 0,0 0 0,0 0 0,-1 0 16,1 0-16,0 0 0,0 0 0,0 0 0,0 0 0,0 0 0,0 0 0,0 0 0,0 0 0,0 0 15,0 0-15,0 0 0,0 0 0,0 0 0,0 0 0,0 7 16,7 0-16,0 0 16,7-7-1,0 0-15,0 7 16,0-7-16,0 7 0,0-7 0,0 0 0,0 0 0,0 0 15,0 0-15,0 0 0,0 0 0,0 0 0,0 0 0,-7 7 0,7-7 0,0 0 16,1 0-16,-1 0 0,0 0 0,0 0 0,0 0 0,0 0 0,0 0 0,0 0 16,0 0-16,0 0 0,0 0 0,0 0 0,0 0 0,0 0 0,0 0 0,0 0 15,0 0-15,0 0 0,0-7 0,1 7 0,-8-7 0,7 7 16,0 0-16,0 0 0,-7-7 0,0 0 16,0 0-16,0 0 15,-7 7-15,0-7 0,0 7 16,-1-7-16,1 7 0,0-7 15,0 7-15,0-7 0,0 7 0,0 0 16,0 0-16,0 0 16,0 7-16,7 0 15,-7-7-15,7 7 0,0 0 0,0 0 16,0 0-16,0 0 16,7-7-16,-7 7 0,7-7 15,-7 7-15,7-7 0,0 0 0,0 0 16,0 0-16,0 7 0,0-7 0,0 0 0,0 0 15,1 0-15,-1 0 0,0 0 0,0 0 0,0 0 16,0 0-16,0 0 0,-7-7 0,7 7 0,0-7 0,0 7 16,-7-7-16,7 7 0,-7-7 0,0 0 0,0 0 15,7 7-15,-7-7 0,0 0 0,7 0 16,-7 0-16,0 0 0,0 0 16,0-1-1,0 1-15,-7 7 0,7-7 16,-7 7-16,0 0 31,0 0-31,7 7 0,0 0 16,0 1-16,0-1 0,0 0 0,-7-7 0,7 7 15,0 0-15,0 0 0,0 0 0,0 0 0,0 0 0,0 0 16,0 0-16,0 0 0,0 0 16,7-7-16,-7 7 0,0 0 0,7-7 0,0 0 0,-7 7 0,0 0 15,7-7-15,0 0 0,0 0 0,0 0 16,0 0-16,-7 7 0,7-7 0,1 0 0,-1 0 0,0 0 15,0 0-15,0 0 0,0 0 0,0 0 0,0 0 16,0 0-16,0 0 0,0 0 0,0 0 16,0 0-16,0 0 0,0 0 0,0 0 15,-7-7-15,0 0 16,0 0 0,0 0-16,0 0 0,0 0 15,0 0-15,0 0 16,-7 7-16,7-7 0,0 0 15,-7 7-15,7-7 0,-7 7 0,0 0 16,7-7-16,-7 7 0,0 0 16,0 0-1,7 7 1,-7-7-16,7 7 0,-7-7 0,7 7 0,0 0 16,0 0-16,0 0 0,0 0 0,0 0 15,0 0-15,0 0 0,0 0 0,0 0 16,7-7-16,0 0 0,-7 7 15,7-7-15,0 0 0,0 0 16,0 0-16,-7-7 0,7 7 16,-7-7-16,7 7 0,-7-7 0,7 7 0,-7-7 15,0 0-15,7 0 0,0 7 0,-7-7 0,0 0 16,0 0-16,0 0 0,0 0 16,0 0-16,-7 7 15,7-7-15,-7 7 0,0 0 16,0 0-16,7-7 15,-7 7-15,0 0 0,0 0 0,0 0 16,0 0-16,0 0 0,0 0 16,7 7-16,-7 0 0,0-7 0,7 7 0,0 0 15,0 0-15,-7-7 0,7 7 0,0 0 0,0 0 16,-7-7-16,7 7 0,0 0 0,0 0 0,0 0 16,0 0-16,0 0 0,7-7 0,-7 8 0,7-8 15,0 7-15,0-7 16,0 0-16,0 0 0,-7 7 0,7-7 15,0 0-15,0 0 16,0 0-16,-7-7 0,7 7 0,-7-7 16,0-1-16,7 8 0,-7-7 0,7 7 0,-7-7 15,0 0-15,0 0 0,0 0 16,0 0-16,0 0 0,0 0 0,0 0 16,0 0-16,-7 0 0,7 0 15,-7 7-15,0-7 0,0 7 0,0 0 16,0 0-16,7-7 0,-7 7 0,0 0 0,0 0 0,0 0 15,0 0-15,0 0 0,0 0 0,0 0 16,0 0-16,-1 0 0,1 0 0,0 0 16,7 7-16,0 0 0,-7-7 0,0 0 0,0 7 0,7 0 0,0 0 15,-7-7-15,7 7 0,0 0 0,-7-7 0,7 7 0,0 0 16,0 0-16,0 0 0,0 0 0,0 0 0,0 0 16,0 1-16,0-1 0,0 0 0,0 0 15,7-7-15,-7 7 0,7 0 0,0-7 16,0 0-16,0 0 0,0 0 0,0 0 0,1 0 15,-1 0-15,0 0 0,0 0 0,-7-7 0,7 7 0,0 0 0,-7-7 0,7 7 16,0 0-16,-7-7 0,7 7 0,-7-7 0,0 0 16,7 7-16,-7-8 0,0 1 0,7 7 0,-7-7 0,0 0 15,0 0-15,0 0 0,0 0 16,-7 7-16,7-7 0,-7 7 0,0 0 0,7-7 16,-7 7-16,0 0 31,0 0-16,7 7-15,0 0 16,0 0-16,0 0 0,0 0 16,0 0-16,0 0 0,0 0 0,0 1 0,7-1 15,-7 0-15,7-7 0,-7 7 16,7-7-16,0 0 0,-7 7 0,7-7 0,0 0 0,-7 7 16,7-7-16,0 0 0,0 0 0,0 0 0,0 0 15,-7-7-15,0 0 0,7 7 0,0-7 0,-7 0 16,7 7-16,-7-7 0,0-1 0,0 1 15,0 0-15,0 0 0,0 0 0,0 0 16,-7 7-16,7-7 0,-7 7 0,7-7 0,0 0 0,-7 7 16,0 0-16,7-7 0,0 0 0,-7 7 0,0-7 15,0 7-15,7-7 0,-7 7 0,0 0 16,0 0-16,0 0 16,0 0-16,0 7 15,7 0-15,-7-7 0,7 7 0,0 0 0,0 0 0,-7-7 0,7 7 16,-7-7-16,7 14 0,-7-7 0,7 0 0,0 0 0,0 0 0,0 1 15,0-1-15,0 7 0,0-7 0,0 0 0,0 0 16,0 0-16,0 0 0,7-7 0,0 7 0,-7 0 16,7-7-16,0 0 0,0 0 0,0 0 0,0 0 0,0 0 15,0 0-15,0 0 0,0 0 16,0-7-16,-7 0 0,7 7 0,-7-7 16,0 0-16,7 7 0,-7-7 0,0 0 0,0 0 15,0 0-15,0 0 0,0 0 0,0-1 0,0 1 0,0 0 16,0 0-16,0 0 0,0 0 0,0 0 0,0 0 15,0 0-15,-7 0 0,7 0 0,-7 0 16,0 7-16,7-7 0,-7 7 0,7-7 0,-7 7 0,0 0 16,0 0-16,7-7 0,-7 7 0,0 0 15,0 0-15,0 0 0,0 0 16,7 7-16,-7-7 0,7 7 0,-7 0 16,7 0-16,-7-7 0,7 7 0,0 0 15,0 0-15,-8-7 0,8 7 0,0 0 0,0 0 0,0 0 16,0 0-16,0 0 0,8-7 15,-8 7-15,7-7 0,0 0 16,0 8-16,0-8 0,0 0 16,0 0-16,0 0 0,0 0 0,0 0 15,0 0-15,0 0 0,-7-8 0,7 8 0,0 0 16,0 0-16,0 0 0,-7-7 0,7 7 16,-7-7-16,7 0 0,-7 0 15,0 0-15,0 0 16,0 0-1,0 0-15,-7 7 16,7-7 15,-7 7-31,7 7 32,0 0-17,-7-7-15,7 7 0,0 0 0,0 0 0,0 0 16,0 0-16,0 0 0,0 0 15,7-7-15,-7 8 0,7-8 0,-7 7 0,7-7 16,0 0-16,-7 7 0,8-7 0,-1 0 0,0 0 16,0 0-16,0 0 0,0 0 15,0 0-15,-7-7 16,7 7-16,0 0 0,-7-7 16,7 7-16,-7-8 0,0 1 31,0 0 16,0 0-32,-7 7 1,0 0 0</inkml:trace>
  <inkml:trace contextRef="#ctx0" brushRef="#br0" timeOffset="-17828.542">184-7 0,'7'0'32,"0"0"-17,0 0-15,0 0 0,0 0 0,0 0 0,0 0 16,0 0-16,-7 7 0,7-7 0,0 0 0,0 0 0,0 0 0,1 0 0,-1 0 0,0 0 15,0 0-15,0 0 0,0 0 0,0 0 0,0 0 0,0 0 0,0 0 16,0 0-16,0 0 0,0 0 0,0 0 0,0 0 0,0 0 0,0 0 0,0 0 16,0 0-16,1 0 0,-1 0 0,0 0 0,0 0 0,0 0 0,0 0 0,0 0 15,0 0-15,0 0 0,0 0 0,0 0 0,0 0 0,0 0 16,0 0-16,0 0 0,-14 0 78,0 0-78,0 0 16,0 0-1,0 0-15,0 0 0,0 0 0,0 0 0,0 0 16,0 0-16,0 0 0,0 0 0,0 0 0,0 0 0,-1 0 16,1 0-16,0 0 0,0 0 0,0 0 0,0 0 0,0 0 15,0 0-15,0 0 0,0 0 0,0 0 0,0 0 0,0 0 0,0 0 16,0 0-16,0 0 0,14 0 47,0 0-47,0 0 15,0 0-15,0 0 0,0 0 0,0 0 16,0 0-16,0 0 0,0 7 0,0-7 0,7 0 0,-7 0 16,0 0-16,-7 7 0,8-7 0,-1 0 0,0 0 0,0 0 0,0 0 0,0 0 15,0 0-15,0 0 0,0 0 0,0 0 0,7 0 0,-7 0 0,0 0 0,0 0 16,0 0-16,0 0 0,1 0 0,-1 0 0,0 0 0,0 0 0,0 0 15,0 0-15,0 0 0,0 0 16,0 0-16,-14 0 78,0 0-78,0 0 16,0 0-16,0 0 0,0 0 0,0 0 0,0 0 15,-1 0-15,1 0 0,0 0 0,0 0 0,0 0 0,0 0 0,0 0 16,0 0-16,0 0 0,0 0 0,0 0 0,0 0 0,0 0 0,0 0 0,0 0 16,0 0-16,0 0 0,-1 0 0,8-7 0,-7 7 0,0 0 0,0 0 0,0 0 15,0 0-15,14 0 47,0 0-47,-7 7 0,7-7 0,0 0 0,0 0 16,1 0-16,-1 0 0,0 0 0,-7 8 0,7-8 0,0 0 15,0 0-15,0 0 0,0 0 0,0 0 0,-7 7 0,7-7 0,0 0 0,0 0 0,0 0 0,0 0 0,0 0 0,0 0 16,0 0-16,1 0 0,-1 0 0,0 0 0,0 0 0,0 0 0,0 0 0,0 0 0,0 0 0,0 0 0,0 0 0,0 0 16,0 0-16,0 0 0,0 0 0,0 0 0,7 0 0,-7 0 0,0 0 0,1 0 0,-1 0 0,0 0 0,0 0 15,0 0-15,0 0 0,0 0 0,0 0 0,0 0 0,0 0 0,0 0 0,0 0 0,0 0 0,0-7 0,0 7 16,0 0-16,0 0 0,1 0 0,-1 0 0,0 0 0,0 0 0,0 0 16,0 0-16,-7-8 31,-7 8-31,0 0 15,0 0-15,0 0 16,0 0-16,7-7 0,-8 7 0,1 0 0,0 0 0,0 0 16,0 0-16,0 0 0,0 0 0,0 0 0,0 0 0,0 0 0,0 0 15,0 0-15,0 0 0,0 0 0,0 0 0,0 0 0,0 0 0,-1 0 0,1 0 0,0 0 16,0 0-16,0 0 0,0 0 0,0 0 0,0 0 0,0 0 0,0 0 0,0 0 0,0 0 0,0 0 16,0 0-16,7 7 0,-7-7 0,0 0 0,0 0 0,0 0 0,0 0 0,-1 0 15,1 0-15,0 0 0,0 0 0,14 0 31,0 0-15,0 0-16,1 0 0,-1 0 16,-7 8-16,7-8 0,0 0 0,0 0 0,0 0 0,0 0 0,0 0 15,0 7-15,0-7 0,0 0 0,0 0 0,0 0 0,0 0 0,0 0 0,0 0 16,0 0-16,0 0 0,0 0 0,1 0 0,-1 0 0,0 0 0,0 0 0,0 0 0,0 0 0,0 0 16,0 0-16,0 0 0,0 0 0,0 0 0,0 0 0,0 0 0,0 0 0,0 0 15,0 0-15,0 0 0,1 0 0,-8-7 31,-8 7-31,1 0 0,0 0 16,0 0-16,0-8 0,0 8 16,0 0-16,0 0 0,0 0 0,0 0 0,0 0 0,0 0 15,0 0-15,0 0 0,0 0 0,0 0 0,0 0 0,-1 0 0,1 0 16,0 0-16,0 8 0,0-8 0,0 0 0,7 7 0,-7-7 0,7 7 0,-7-7 0,0 0 16,0 0-16,7 7 0,-7-7 0,7 7 0,-7-7 0,0 0 0,0 7 0,7 0 15,-7 0-15,0-7 0,7 7 0,0 0 16,0 0-16,0 0 0,0 0 15,0 0-15,0 0 0,7-7 16,-7 7-16,7-7 0,0 0 0,0 0 0,-7 7 0,0 0 0,7-7 16,0 0-16,0 0 0,0 0 15,-7 7-15,7-7 0,0 0 0,0 0 0,0 0 0,0 0 0,0 0 16,0 0-16,1 0 0,-1 0 16,0-7-16,-7 0 0,0 0 0,0 0 15,0 0-15,0 0 16,0 0-16,-7 7 0,7-7 0,-7 7 0,-1 0 0,1 0 15,7-7-15,-7 7 0,0 0 0,0 0 0,7-7 0,-7 7 0,0 0 16,0 0-16,0 0 0,0 0 0,0 0 0,0 0 0,0 0 16,0 0-16,0-7 0,0 7 0,0 0 0,0 0 0,0 0 0,-1 0 15,1 0-15,-7 0 0,7 0 0,0 0 0,0 0 0,0 0 0,0 0 0,0 0 0,0 0 16,0 0-16,0 0 0,0 0 0,0 0 0,0 0 0,0 0 0,-1 7 0,1-7 0,0 0 0,7 7 0,-7-7 0,0 0 16,0 0-16,0 0 0,0 0 0,0 0 0,0 0 0,0 0 0,7 7 0,-7-7 0,0 0 0,0 0 0,0 0 0,0 0 0,7 7 0,-7-7 0,0 0 15,0 7-15,-1-7 0,1 0 0,0 0 0,0 0 0,0 0 0,0 0 0,0 0 0,7 7 16,-7-7-16,0 0 0,0 0 0,0 0 0,0 0 0,0 0 0,0 0 15,14 0 17,0 0-32,0 0 15,0 0-15,-7-7 0,7 7 16,0 0-16,0 0 0,-7-7 0,7 7 0,0 0 0,-7-7 0,7 7 16,0 0-16,0 0 0,0 0 0,-7-7 0,8 7 15,-8-7-15,7 7 0,0 0 0,-7-7 16,0 0-1,-7 7 1,7-7-16,-7 7 0,-1 0 0,1 0 0,0 0 16,0 0-16,7-7 0,-7 7 0,0 0 0,0-7 15,0 7-15,0 0 0,0 0 0,0 0 0,0 0 16,0 0-16,0 0 0,0 0 0,0 0 0,0 0 0,-1 0 0,1 0 0,0 0 16,0 0-16,0 0 0,0 0 0,0 0 0,0 0 15,0 0-15,0 0 0,0 0 16,7 7-16,-7-7 0,7 7 0,0 0 0,0 0 15,0 0-15,0 0 0,0 0 16,0 0-16,0 0 0,0 0 16,0 0-16,0 0 15,7-7-15,0 0 0,-7 7 0,7-7 0,0 0 16,0 0-16,0 0 0,0 0 0,0 0 0,0 0 0,0 0 16,0 0-16,1 0 0,-1 0 0,0 0 0,0-7 0,0 7 0,0 0 0,0 0 15,0-7-15,-7 0 0,7 7 0,0 0 0,0 0 0,-7-7 0,7 7 16,-7-7-16,0 0 0,7 7 0,-7-7 0,0 0 15,0 0-15,0 0 0,0 0 0,-7 7 16,7-7-16,-7 0 16,0 7-16,0 0 0,0 0 15,0 0-15,0 0 0,0 0 16,0 0-16,0 0 0,0 0 0,0 0 0,-1 0 0,1 0 16,0 0-16,0 0 0,7 7 0,-7-7 0,0 0 0,0 0 0,7 7 15,-7-7-15,0 0 0,7 7 0,-7 0 0,0-7 0,0 0 0,7 7 0,0 0 16,-7-7-16,0 0 0,7 7 0,0 0 0,-7 0 0,0-7 0,0 0 15,7 7-15,0 0 0,-7-7 0,7 7 0,-7-7 0,7 7 0,0 0 16,0 0-16,7-7 16,0 0-1,0 0-15,0 0 0,0 0 0,0 0 16,0-7-16,0 7 0,0-7 0,0 0 16,0 7-16,-7-7 0,7 7 0,0-7 0,0 7 0,-7-7 15,7 7-15,-7-7 0,7 7 0,-7-7 0,7 0 0,-7 0 0,7 7 16,-7-7-16,0 0 0,8 7 0,-8-7 0,0 0 15,0 0-15,-8 0 16,8 0-16,-7 7 0,0 0 31,0 0-31,7 7 0,-7-7 0,0 0 16,7 7-16,-7 0 0,7 0 0,-7 0 0,7 0 16,-7-7-16,7 7 0,0 0 0,0 0 0,0 0 15,0 0-15,0 0 0,0 0 0,0 0 0,0 0 16,0 0-16,7-7 0,-7 7 0,7-7 0,0 0 15,0 0-15,-7 8 0,7-8 0,0 0 0,0 0 0,0 0 16,1 0-16,-1 0 0,0 0 0,0 0 0,0 0 0,0-8 16,0 8-16,0 0 0,-7-7 0,7 0 0,0 7 0,0-7 0,0 0 15,0 0-15,-7 0 0,7 0 0,-7 0 16,7 7-16,-7-7 0,0 0 0,0 0 0,0 0 16,0 0-16,0 0 0,-7 0 15,0 0-15,7 0 0,-7 7 0,7-7 16,-7 7-16,0 0 0,0 0 0,0-8 0,0 8 15,7-7-15,-7 7 0,0 0 0,0 0 0,0 0 16,0 0-16,0 0 0,-1 0 0,1 0 0,0 0 16,0 0-16,0 0 0,0 0 0,0 0 0,0 7 0,0-7 0,0 8 15,0-8-15,7 7 0,-7-7 0,7 7 0,0 0 0,-7 0 0,0-7 16,7 7-16,-7 0 0,7 0 0,-7-7 0,7 7 0,0 0 0,-7-7 0,7 7 16,0 0-16,0 0 0,-7-7 0,7 14 0,-7-14 0,7 7 0,0 0 15,0 0-15,0 0 0,0 1 0,7-8 16,0 0-1,0 0-15,0 0 0,-7-8 16,7 8-16,0 0 0,-7-7 0,0 0 0,7 7 0,0-7 0,-7 0 16,7 7-16,-7-7 0,7 0 0,-7 0 0,0 0 0,7 7 0,-7-7 15,0 0-15,7 7 0,-7-7 0,0 0 0,7 7 0,-7-7 0,0 0 0,0 0 16,0 0-16,0 0 0,0 0 0,0-1 0,0 1 16,0 0-16,-7 7 0,7-7 0,0 0 15,-7 7-15,0 0 0,7-7 0,-7 7 0,0-7 16,0 7-16,0 0 0,0 0 0,0 0 15,0 0-15,0 0 0,7 7 0,-7 0 16,0-7-16,7 7 0,0 0 0,-8-7 0,8 7 0,0 0 16,-7-7-16,7 8 0,0-1 0,-7 0 0,0-7 0,7 7 0,0 0 0,0 0 15,-7-7-15,7 7 0,0 0 0,-7 0 0,7 0 0,-7-7 0,7 7 16,0 0-16,0 0 0,0 0 0,0 0 0,0 0 16,0 0-16,0 0 0,7-7 31,0 0-31,0 0 15,-7-7-15,7 7 0,-7-7 0,7 7 0,-7-7 0,7 7 0,-7-7 16,8 7-16,-8-7 0,7 0 0,-7 0 0,7 7 0,-7-7 0,7 7 0,-7-7 0,7 7 16,-7-7-16,0 0 0,7 7 0,-7-7 0,7 0 0,-7 0 0,0 0 15,0 0-15,0 0 0,0-1 0,0 1 16,0 0-16,0 0 16,-7 7 15,7 7-31,-7-7 0,7 7 0,-7 0 0,0 1 15,7-1-15,0 0 0,-7-7 0,0 7 0,7 0 0,0 0 16,-8-7-16,8 7 0,0 0 0,-7-7 0,7 7 0,0 0 0,-7-7 16,7 7-16,0 0 0,-7 0 0,7 0 0,-7 0 0,7 0 15,0 0-15,0 0 0,7-7 47,-7-7-47,7 0 0,0 0 16,0 7-16,-7-7 0,8 0 0,-1 0 0,-7 0 15,7 7-15,-7-7 0,0 0 0,7 7 0,0 0 0,-7-7 0,0 0 0,7 7 16,-7-7-16,0 0 0,0 0 0,7 7 0,-7-7 0,0 0 0,0 0 16,0-1-16,0 1 0,0 0 15,-7 7-15,7-7 16,-7 7-16,0 0 0,0 0 16,0 0-16,0 0 0,7 7 15,-8-7-15,1 0 0,7 7 0,-7-7 0,7 7 0,0 1 0,-7-8 16,0 0-16,7 7 0,0 0 0,0 0 0,0 0 0,-7-7 0,7 7 0,-7 0 15,7 0-15,0 0 0,0 0 0,-7 0 0,7 0 0,0 0 16,0 0-16,0 0 0,0 0 0,0 0 0,0 0 0,0 0 16,0 1-16,7-8 15,0 0 1,-7-8-16,7 8 0,0 0 16,-7-7-16,7 7 0,-7-7 0,0 0 0,7 7 0,-7-7 0,7 7 15,-7-7-15,0 0 0,0 0 0,8 0 0,-1 0 0,-7 0 16,0 0-16,0 0 0,0 0 0,0 0 0,0 0 0,0 0 15,0 0-15,0 0 0,0-1 0,0 1 0,0 0 16,-7 7-16,7-7 0,-8 7 16,1 0-16,0 0 0,0 0 15,0 0-15,0 0 0,0 7 16,7 0-16,-7-7 0,7 7 0,0 1 0,-7-8 0,0 0 0,7 7 16,0 0-16,-7-7 0,7 7 0,-7 0 0,7 0 0,-7 0 15,7 0-15,-7-7 0,7 7 0,0 0 0,-7-7 0,7 7 0,0 0 0,0 0 16,0 0-16,0 0 0,-7-7 0,7 7 0,0 0 15,0 0-15,0 0 16,7-7-16,0 8 16,0-8-16,0 0 0,0 0 15,0 0-15,0 0 0,0 0 0,-7-8 0,7 8 16,0 0-16,0 0 0,-7-7 0,7 7 0,0 0 16,-7-7-16,0 0 0,7 7 0,0 0 0,-7-7 15,0 0-15,0 0 0,8 7 16,-8-7-16,0 0 0,0 0 15,0 0-15,0 0 16,-8 0-16,1 7 16,7-7-16,-7 7 15,0 0-15,0 0 0,0 0 16,0 0-16,0 0 0,0 0 0,0 0 16,7 7-16,0 0 0,-7-7 0,0 7 0,7 0 0,-7-7 15,7 7-15,-7-7 0,7 7 0,-7 0 0,7 0 0,-7-7 0,7 7 0,-7-7 0,7 7 16,0 0-16,-8-7 0,8 7 0,-7-7 0,0 7 0,7 1 0,0-1 0,0 0 15,-7-7-15,7 7 0,-7-7 0,7 7 0,0 0 0,0 0 0,0 0 16,0 0 0,7-7-16,0 0 15,0 0-15,-7-7 0,7 7 0,-7-7 0,8 7 16,-8-7-16,7 0 0,-7 0 0,7 7 0,-7-7 0,7 7 16,-7-7-16,0 0 0,7 7 0,-7-8 0,0 1 0,0 0 15,0 0-15,0 0 0,0 0 0,0 0 16,0 0-16,0 0 0,0 0 0,0 0 15,-7 7-15,7-7 16,-7 7-16,0 0 0,0 0 0,-1 0 16,1 0-16,0 0 0,0 0 15,0 0-15,7 7 0,-7-7 0,0 7 0,0-7 16,7 7-16,0 0 0,-7-7 0,7 7 0,-7-7 0,7 7 0,0 0 0,-7-7 16,7 7-16,0 0 0,-7-7 0,7 7 0,0 0 0,0 1 0,0-1 15,0 0-15,0 0 0,0 0 16,7-7-16,-7 7 0,7-7 15,0 0-15,0 0 32,-7-7-32,7 7 0,0 0 0,-7-7 0,0 0 0,0 0 15,7 7-15,0-7 0,-7-1 0,0 1 0,7 0 16,0 0-16,-7 0 0,0 0 0,7 7 0,-7-7 16,0 0-16,0 0 0,0 0 0,0 0 0,0 0 15,0 0 1,-7 7-1,0 0-15,7 7 16,-7-7-16,0 7 16,7 0-16,-7-7 0,7 7 0,0 0 0,-7-7 15,7 7-15,-7-7 0,7 7 0,0 0 0,-7-7 0,7 7 0,0 0 0,-7 0 16,7 0-16,0 1 0,0-1 0,0 0 0,0 0 0,0 0 16,0 0-16,0 0 15,7-7-15,0 0 0,0 0 16,0 0-16,0 0 0,0 0 15,-7-7-15,0 0 0,7 7 0,0 0 0,-7-7 0,7 0 0,-7 0 0,0 0 16,8 7-16,-1-8 0,-7 1 0,0 0 0,7 0 0,-7 0 16,0 0-16,7 7 0,-7-7 0,0 0 0,0 0 0,0 0 15,0 0-15,0 0 0,0 0 0,0 0 16,0 0-16,-7 7 0,7-7 0,0 0 16,-7 7-16,7-7 0,-7 7 0,7-7 15,-8 7-15,1-8 0,0 8 16,0 0-16,0 0 15,7 8-15,-7-8 0,0 0 0,0 0 16,7 7-16,0 0 0,-7-7 0,7 7 0,-7-7 0,7 7 0,0 0 16,0 0-16,0 0 0,0 0 0,0 0 0,0 0 15,0 0-15,0 0 0,0 0 0,0 0 0,0 0 16,0 0-16,0 0 0,0 0 0,0 1 0,0-1 16,7 0-16,0-7 15,0 0 1,0 0-16,-7-7 0,7 7 0,0 0 15,-7-7-15,7 7 0,0-8 0,0 8 0,-7-7 0,8 0 0,-1 0 0,0 7 16,-7-7-16,7 7 0,0-7 0,-7 0 0,7 7 0,-7-7 0,7 7 0,-7-7 0,0 0 16,7 7-16,-7-7 0,0 0 0,0 0 0,7 7 0,-7-7 15,0 0-15,0 0 0,0 0 0,-7 7 16,7-7-16,-7 7 0,0 0 0,7-7 0,-7 7 16,7-8-16,-7 8 0,0 0 0,0 0 0,0 0 15,-1 0-15,1 0 0,0 0 16,0 8-16,0-8 0,7 7 0,-7-7 0,0 7 0,0-7 15,0 7-15,0 0 0,7 0 0,-7-7 0,0 0 0,7 7 0,-7 0 16,0 0-16,0 0 0,7 0 0,-7 0 0,7 0 0,-7-7 0,7 7 16,-7-7-16,7 7 0,-7-7 0,7 7 0,0 0 0,-8-7 0,8 7 0,-7-7 0,7 7 15,0 1-15,-7-8 0,7 7 0,0 0 0,0 0 0,0 0 16,0 0-16,0 0 0,0 0 0,0 0 16,7-7-16,0 0 15,1 0-15,-1 0 16,-7-7-16,7 7 0,0 0 0,-7-7 0,7 7 15,0 0-15,-7-7 0,7 0 0,0 7 0,0-7 16,-7 0-16,0 0 0,7 7 0,-7-7 0,0-1 0,7 8 0,-7-7 16,0 0-16,0 0 0,0 0 15,0 0-15,0 0 0,0 0 16,0 0-16,0 0 0,-7 7 0,7-7 16,-7 7-1,0 0-15,0 0 16,0 0-1,0 0-15,7 7 0,0 0 16,0 0-16,-7-7 0,7 7 0,0 0 0,0 0 0,0 0 16,-7-7-16,7 7 0,0 0 0,0 0 15,0 1-15,0-16 32,7 8-32,-7-7 15,0 0-15,7 7 0,-7-7 0,7 0 0,-7 0 16,0 0-16,0 0 0,0 0 0,0 0 0,0 0 0,0 0 15,0 0-15,0 0 0,0 0 0,0 0 16,-7 7-16,7-7 0,0 0 0,-7 7 0,0 0 0,0-7 16,0 7-16,-1 0 0,8-8 0,-7 8 0,0 0 15,0 0-15,0 0 0,0 0 0,0 0 16,0 0-16,0 0 0,0 8 0,0-8 0,7 7 16,-7 0-16,0-7 0,7 7 0,0 0 0,-7 0 0,0-7 0,7 7 0,0 0 15,-7-7-15,7 7 0,0 0 0,0 0 0,0 0 0,0 0 0,-7-7 0,-1 7 0,8 0 0,0 0 16,0 0-16,0 0 0,0 0 0,0 1 0,0-1 0,0 0 15,0 0-15,0 0 0,0 0 0,8-7 16,-8 7-16,7-7 0,0 0 0,0 0 0,0 0 16,0 0-16,0 0 0,0 0 0,0 0 15,-7-7-15,7 0 0,0 7 0,-7-7 0,7 7 0,-7-7 16,7 0-16,0 7 0,-7-7 0,0-1 0,7 8 0,-7-7 0,7 0 16,-7 0-16,0 0 0,0 0 0,0 0 0,0 0 15,0 0-15,0 0 0,0 0 0,0 0 16,0 0-16,-7 7 15,0 0-15,7-7 0,-7 7 16,7-7-16,-7 7 0,0 0 16,0 0-16,0 0 0,0 0 0,0 0 15,7 7-15,-7-7 0,0 7 0,7 0 0,-7-7 16,7 7-16,0 0 0,-7-7 0,7 7 0,0 0 0,0 0 16,0 0-16,0 0 0,0 0 0,0 0 0,0 0 0,0 0 15,0 1-15,0-1 0,0 0 0,7 0 0,-7 0 0,0 0 16,7-7-16,-7 7 0,7-7 0,-7 7 0,7-7 0,-7 7 0,7-7 0,0 0 15,-7 7-15,7-7 0,0 0 0,0 0 0,-7 7 0,7-7 16,0 0-16,0 0 0,0 0 0,0 0 0,1 0 16,-1 0-16,0 0 0,0 0 0,0 0 0,0-7 0,0 7 15,0 0-15,-7-7 0,7 0 0,-7 0 0,7 0 16,-7 0-16,7 7 0,-7-7 0,0 0 0,0 0 16,0 0-16,0-1 0,0 1 0,0 0 0,0 0 15,0 0-15,0 0 0,-7 7 0,7-7 0,0 0 16,-7 7-16,0 0 0,7-7 0,-7 7 0,7-7 0,0 0 15,-7 7-15,0 0 0,0-7 0,0 7 0,7-7 16,-7 7-16,0 0 0,-1 0 0,1 0 16,0 0-16,0 0 0,0 0 0,0 0 0,0 0 15,0 0-15,0 0 0,0 0 0,0 0 0,7 7 0,-7-7 0,0 0 16,0 0-16,7 7 0,-7-7 0,0 0 0,7 7 0,-7-7 0,7 7 0,-8-7 0,1 0 16,7 7-16,-7-7 0,0 7 0,0 0 0,0-7 0,7 7 0,0 0 15,-7-7-15,0 7 0,7 0 0,-7-7 0,7 7 16,0 1-16,7-8 47,-7-8-47,7 8 0,-7-7 0,7 0 0,-7 0 15,7 7-15,-7-7 0,0 0 0,7 7 0,0-7 0,-7 0 0,7 7 0,-7-7 16,0 0-16,0 0 0,7 7 0,-7-7 0,0 0 0,8 7 0,-8-7 0,0 0 16,0 0-16,0 0 0,0 0 0,0 0 15,0-1-15,-8 8 16,8-7-16,-7 7 0,0 0 0,7-7 15,-7 7-15,0 0 16,0 0-16,0 0 0,0 0 16,0 0-16,7 7 0,0 0 0,0 1 15,0-1-15,-7-7 0,7 7 0,-7-7 0,7 7 0,0 0 0,0 0 16,0 0-16,0 0 0,0 0 0,0 0 0,0 0 16,0 0-16,0 0 0,0 0 0,0 0 0,0 0 15,0 0-15,7-7 0,-7 7 16,7-7-16,0 0 0,0 0 0,0 0 15,0 0-15,0 0 16,0 0-16,-7-7 0,0 0 16,7 7-16,-7-7 0,0 0 0,0 0 15,0 0-15,7 7 0,-7-7 0,0 0 0,0 0 0,8 0 0,-8 0 16,0 0-16,0 0 0,0 0 0,0 0 16,0 0-16,-8 7 0,8-7 15,0-1-15,-7 8 16,0 0-16,0 0 15,7 8-15,-7-8 0,7 7 16,-7-7-16,7 7 0,-7 0 0,0 0 0,7 0 0,-7-7 0,7 7 16,0 0-16,-7-7 0,0 0 0,7 7 0,0 0 0,-7 0 0,0-7 0,7 7 0,0 0 0,-7-7 15,7 7-15,-7 0 0,7 0 0,-7-7 0,7 7 0,0 0 0,-7-7 16,7 7-16,-7 1 0,7-1 0,0 0 16,7-7 15,0 0-16,0 0-15,0 0 0,0 0 16,0 0-16,-7-7 0,7 7 0,-7-7 0,7 7 0,-7-8 0,7 8 16,0 0-16,-7-7 0,7 7 0,-7-7 0,7 0 15,-7 0-15,0 0 0,7 7 0,-7-7 16,0 0-16,0 0 16,0 0-16,0 0 0,-7 7 15,7-7-15,-7 7 0,0 0 16,0 0-16,0 0 15,0 0-15,7 7 0,0 0 0,0 0 16,-7-7-16,0 7 0,7 0 0,0 0 0,0 0 0,0 0 16,-7-7-16,7 7 0,0 0 0,-7 0 0,7 1 0,0-1 0,0 0 15,0 0-15,0 0 0,0 0 0,0 0 0,0 0 0,0 0 16,0 0-16,7-7 0,-7 7 16,7-7-16,0 0 0,0 0 15,0 0-15,-7-7 0,7 7 16,-7-7-16,7 7 0,-7-7 0,0 0 15,7 0-15,-7 0 0,0 0 0,0 0 16,0 0-16,0 0 0,0-1 0,0 1 16,-7 0-16,0 7 0,7-7 0,-7 7 0,0-7 0,7 0 15,-7 7-15,0 0 0,0-7 0,0 7 0,0-7 0,0 7 0,0 0 16,0 0-16,7-7 0,-8 7 0,1 0 0,0 0 0,0 0 0,7-7 0,-7 7 0,0 0 0,0 0 16,0 0-16,0 0 0,0 0 0,0 0 0,0 0 0,0 0 0,0 0 0,0 0 0,0 0 0,0 0 15,-1 0-15,1 0 0,0 0 0,0 0 0,0 0 0,0 7 0,0-7 0,0 0 16,0 0-16,0 0 0,0 7 0,0-7 0,7 7 0,-7-7 0,0 0 0,0 7 0,0-7 0,0 7 15,0 0-15,0-7 0,7 7 0,-8-7 0,1 7 0,0-7 0,0 7 16,7 1-16,-7-1 0,7 0 0,-7-7 0,7 7 0,0 0 16,0 0-16,0 0 0,-7-7 0,7 7 0,0 0 0,0 0 15,7-7-15,-7 7 0,7-7 0,0 7 0,-7 0 0,7-7 0,-7 7 16,7-7-16,0 0 0,1 0 0,-1 0 0,-7 7 0,7-7 0,0 0 16,-7 7-16,7-7 0,0 0 0,0 0 0,0 0 0,0 0 0,0 0 15,0 0-15,0 0 0,0-7 0,0 7 16,-7-7-16,7 7 0,-7-7 0,7 7 0,-7-7 0,7 7 15,-7-7-15,0 0 0,7 7 0,-7-7 0,0 0 0,7 7 0,-7-7 0,0 0 16,0 0-16,0 0 0,8 0 0,-8 0 0,7 0 0,-7-1 16,0 1-16,0 0 0,0 0 0,0 0 0,0 0 0,0 0 15,0 0-15,0 0 0,0 0 0,0 0 0,0 0 16,0 0-16,-7 7 16,-1 0-1,8 7 1,-7-7-16,7 7 0,0 0 0,0 0 0,-7-7 0,7 7 0,-7-7 0,7 7 15,0 0-15,0 0 0,-7-7 0,7 7 0,0 0 0,0 0 0,0 0 0,0 1 16,0-1-16,-7-7 0,7 7 0,0 0 0,0 0 0,0 0 0,0 0 0,0 0 16,0 0-16,7-7 0,0 0 0,-7 7 0,7-7 0,-7 7 15,7-7-15,0 0 0,1 0 0,-8 7 0,7-7 0,0 0 0,0 0 16,0 0-16,0 0 0,0 0 0,0 0 0,0 0 16,0 0-16,0 0 0,-7-7 0,7 7 0,0-7 0,0 7 0,0 0 15,-7-7-15,7 0 0,0 7 0,1-7 0,-8 0 0,7 0 0,0 7 16,-7-7-16,0 0 0,7 7 0,-7-7 0,0 0 0,7-1 0,-7 1 15,0 0-15,7 7 0,-7-7 0,0 0 0,0 0 0,0 0 16,0 0-16,0 0 0,0 0 0,0 0 0,-7 7 0,7-7 16,-7 7-16,7-7 0,-7 7 0,7-7 0,-7 7 0,7-7 0,0 0 15,-7 7-15,-1 0 0,1 0 0,0 0 16,0 0-16,0 0 0,0 0 0,0 0 16,0 0-16,0 0 0,7 7 0,-7 0 0,0-7 15,0 7-15,7 0 0,-7 0 0,7 0 0,-7-7 0,7 7 0,0 0 16,0 0-16,0 0 0,-7-7 0,7 7 0,0 0 0,0 0 0,-7 0 0,7 0 15,0 1-15,0-1 0,0 0 0,0 0 0,0 0 0,0 0 0,0 0 0,0 0 16,0 0-16,7-7 0,-7 7 0,0 0 0,7-7 0,-7 7 0,7-7 0,-7 7 16,7-7-16,-7 7 0,7-7 0,0 0 0,0 0 0,0 0 0,0 0 15,0 0-15,-7 7 0,7-7 0,0 0 0,0 0 0,0 0 0,0 0 0,1 0 16,-1 0-16,0 0 0,-7-7 0,7 7 0,0 0 0,-7-7 0,7 7 16,-7-7-16,7 7 0,0 0 0,-7-7 0,0 0 0,7 7 15,-7-7-15,7 0 0,-7 0 0,0 0 0,0 0 0,0 0 16,7 0-16,-7 0 0,0 0 0,0-1 0,0 1 15,0 0-15,0 0 0,0 0 0,0 0 0,0 0 16,0 0-16,0 0 0,0 0 0,-7 7 16,7-7-16,-7 7 0,7-7 0,-7 7 0,7-7 0,-7 7 15,0 0-15,0 0 0,0 0 16,0 0-16,0 0 0,0 0 16,-1 0-16,8 7 0,-7-7 0,7 7 0,0 0 0,0 0 15,-7-7-15,7 7 0,-7-7 0,7 7 0,0 0 0,0 0 0,0 0 0,-7-7 0,7 7 0,0 0 16,-7-7-16,7 7 0,0 1 0,-7-1 0,7 0 0,0 0 0,0 0 0,-7 0 0,7 0 15,0 0-15,-7 0 0,7 0 0,0 0 0,0 0 0,0 0 0,0 0 0,0 0 16,0 0-16,0 0 0,0 1 0,7-8 0,-7 7 0,7-7 16,0 0-16,-7 7 0,7-7 0,-7 7 0,7-7 0,0 0 15,0 0-15,0 0 0,1 0 0,-1 0 16,0 0-16,0 0 0,0 0 0,0 0 0,-7-7 0,7 7 0,0 0 16,-7-7-16,7 7 0,0-7 0,-7-1 0,7 8 0,0 0 15,-7-7-15,7 0 0,-7 0 0,7 0 0,-7 0 16,7 7-16,-7-7 0,0 0 0,0 0 0,0 0 0,0 0 15,0 0-15,0 0 0,0 0 0,0 0 0,0 0 16,0 0-16,0-1 0,0 1 0,0 0 16,-7 7-16,7-7 0,0 0 0,-7 0 0,0 7 15,0 0-15,7-7 0,-7 7 0,0 0 0,0 0 16,7-7-16,-7 7 0,0 0 0,0 0 16,0 0-16,0 0 0,7 7 0,-7-7 0,7 7 0,-7-7 15,7 7-15,-8-7 0,1 7 0,7 0 0,-7 0 0,0 0 0,7 1 0,0-1 16,0 0-16,-7-7 0,7 7 0,0 0 0,-7 0 0,7 0 0,0 0 0,-7 0 0,7 0 15,0 0-15,0 0 0,0 0 0,0 0 0,0 0 0,0 0 0,0 0 0,0 1 16,0-1-16,7-7 0,0 7 0,-7 0 0,0 0 16,7-7-16,0 0 0,-7 7 15,7-7-15,0 0 16,1 0-16,-8-7 0,0 0 0,0 0 16,7 7-16,-7-7 0,0 0 0,7 7 0,-7-8 0,0 1 15,0 0-15,7 7 0,-7-7 0,0 0 0,0 0 0,0 0 16,0 0-16,7 7 0,-7-7 0,0 0 0,0 0 0,0 0 0,0 0 0,0 0 15,0 0-15,0 0 0,0 0 0,0-1 0,-7 8 16,7-7-16,0 0 0,-7 7 0,7-7 0,-7 7 0,7-7 16,-7 7-16,-1 0 0,8-7 0,-7 7 0,7-7 0,-7 7 0,0 0 15,0-7-15,0 7 0,0 0 0,0 0 0,0 0 16,0 0-16,0 0 0,0 0 0,0 0 0,0 0 0,0 0 16,0 0-16,0 0 0,-1 0 0,1 0 15,7 7-15,0 0 0,-7-7 0,7 7 0,-7-7 0,7 7 16,-7 0-16,7 0 0,0 0 0,0 1 0,0-1 0,0 0 15,0 0-15,-7-7 0,7 7 0,0 0 0,0 0 0,0 0 16,0 0-16,0 0 0,0 0 0,0 0 0,0 0 0,0 0 0,7 0 16,-7 0-16,7-7 0,-7 7 0,7-7 0,0 0 15,-7 8-15,7-8 0,1 0 0,-1 0 0,0 0 0,0 0 16,0 0-16,0 0 0,0 0 0,0 0 16,0-8-16,0 1 0,-7 0 0,7 7 0,0 0 0,0-7 0,-7 0 15,7 7-15,0-7 0,-7 0 0,7 0 0,0 7 0,-7-7 0,8 7 16,-8-7-16,0 0 0,7 0 0,0 0 0,-7 0 0,0 0 0,7 0 15,-7 0-15,7-1 0,-7 1 0,0 0 0,0 0 0,7 7 16,-7-7-16,0 0 0,0 0 0,0 0 0,0 0 0,0 0 16,0 0-16,-7 7 0,7-7 0,-7 0 0,0 0 15,0 7-15,7-7 0,-7 7 0,-1 0 16,1 0-16,7-7 0,-7 7 0,0 0 0,0 0 16,0 0-16,0 0 0,0 0 0,0 0 0,0 0 15,0 0-15,7 7 0,-7-7 0,7 7 0,-7-7 0,0 7 0,7 0 16,0 0-16,-7-7 0,0 7 0,0 0 0,7 0 0,-8-7 0,8 7 0,0 0 0,-7-7 15,7 7-15,0 0 0,-7-7 0,7 7 0,-7 0 0,0 0 0,7 1 0,0-1 0,-7-7 16,7 7-16,0 0 0,-7 0 0,7 0 0,0 0 0,0 0 0,0 0 0,0 0 16,0 0-16,0 0 0,0 0 0,0 0 0,0 0 15,7-7-15,-7 7 0,0 0 0,7-7 0,0 0 16,-7 8-16,7-1 0,0-7 0,0 0 0,1 0 16,-1 0-16,0 0 0,0 0 0,0 0 15,-7-7-15,7 7 0,0 0 0,0 0 0,-7-8 0,7 8 0,-7-7 0,7 7 0,-7-7 16,7 7-16,0 0 0,-7-7 0,7 7 0,-7-7 0,7 7 0,0-7 0,-7 0 15,0 0-15,7 7 0,0 0 0,-7-7 0,0 0 0,8 7 0,-8-7 16,0 0-16,0 0 0,0 0 0,0 0 0,0 0 16,0 0-16,0-1 15,0 1 1,-8 7 15,1 0-15,0 0-1,0 0 1,0 0 15</inkml:trace>
  <inkml:trace contextRef="#ctx0" brushRef="#br0" timeOffset="14874.208">-656 64 0,'7'0'78,"0"0"-63,0 0 1,0 0-16,-7-7 16,7 7-16,-7-7 46,0 0-30,-7 7 0,0 0-16,0 0 15,0 0-15,7-7 16,-7 7-16,0 0 16,0 0-16,7-7 15,7 7 63,0 0-62,0 0-16,0 0 16,0 0-1,-7-7-15,7 7 16,-7-8-1,0 1-15,0 0 16,-7 7 0,7-7 15,-7 7-31,0 0 0,0 0 31,0 0-31,7 7 16,0 0-1,0 0 1,7-7 78,0 0-79,0 0-15,-7 8 16,7-8-16,-7 7 16,7-7-16,0 0 0,-7 7 0,7-7 15,1 0-15,-8 7 0,0 0 0,7-7 16,0 0-16,-7 7 0,7 0 0,0 0 16,0 0-16,-7 0 15,7-7-15,-7 7 16,0 0-16,7-7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06-15T18:01:54.929"/>
    </inkml:context>
    <inkml:brush xml:id="br0">
      <inkml:brushProperty name="width" value="0.05833" units="cm"/>
      <inkml:brushProperty name="height" value="0.05833" units="cm"/>
      <inkml:brushProperty name="color" value="#FFFFFF"/>
      <inkml:brushProperty name="fitToCurve" value="1"/>
    </inkml:brush>
  </inkml:definitions>
  <inkml:trace contextRef="#ctx0" brushRef="#br0">-1884 92 0,'8'0'78,"-1"0"-78,0 0 0,0 0 16,0 0-16,0 0 0,0 0 0,0 0 15,0 0-15,0 0 0,0 0 0,0 0 0,0 0 0,0 0 0,0 0 0,0 0 0,0 0 0,1 0 16,-1 0-16,-7 7 0,7-7 0,0 0 0,0 0 0,0 0 0,0 0 0,7 0 0,-7 0 0,0 0 0,0 0 0,0 0 15,7 0-15,-7 0 0,0 0 0,0 0 0,0 0 0,1 0 0,-1 0 0,0 0 0,0 0 0,0 0 0,0 0 16,0 0-16,0 0 0,0 0 0,0 0 0,0 0 0,0 0 0,0 0 0,0 0 16,-14 0 46,0 0-62,0-7 16,0 7-16,0 0 0,0 0 0,0 0 0,0 0 15,0 0-15,0 0 0,0 0 0,0 0 0,0 0 16,-15 0-16,15 0 0,0 0 0,0 0 0,0 0 0,0 0 0,0 0 0,0 0 16,0 0-16,0 0 0,0 0 0,0 0 0,0 0 0,0 0 0,0 0 0,0 0 0,0 0 15,-1 0-15,1 0 0,0 0 0,0 0 0,0 0 0,14 0 63,0 0-48,0 0-15,0 0 0,1 0 16,-1 0-16,0 0 0,0 0 0,0 0 0,0 0 16,0 0-16,0 0 0,0 0 0,0 0 0,0 0 15,0 0-15,0 0 0,0 0 0,0 0 16,0 0 0,-7-7-1,-7 7-15,0 0 16,0 0-16,0 0 0,0 0 0,0 0 0,0 0 0,0 0 15,0 0-15,0 0 0,0 0 0,0 0 0,0 0 0,0 0 0,0 0 0,-1 0 16,1 0-16,0 0 0,0 0 0,0 0 0,0 0 0,0 0 0,0 0 0,0 0 16,0 0-16,0 0 0,7-7 0,-7 7 0,0 0 0,0 0 0,0 0 0,0 0 15,0 0-15,14 0 47,0 0-47,-7-7 16,7 7-16,0 0 0,0 0 0,0 0 0,-7-7 0,7 7 15,0 0-15,0-7 0,0 7 16,0 0-16,0 0 0,0 0 0,0 0 0,-7-7 0,0 0 16,7 7-16,0 0 0,1 0 0,-1 0 0,0 0 15,-14 0 17,0 0-32,-1 0 0,1 0 15,0 0-15,0 0 0,0 0 0,0 0 16,0 0-16,0 0 0,0 0 0,0 0 0,0 0 15,0 0-15,0 0 0,0 0 0,0 0 0,7 7 0,-7-7 16,0 0-16,-1 0 0,1 0 16,7 7-16,0 0 0,0 0 15,0 0-15,0 0 0,0 0 16,0 0-16,7-7 0,-7 7 0,0 0 0,0 0 16,8-7-16,-8 7 0,0 0 0,7-7 0,-7 7 0,0 0 0,7-7 15,-7 8-15,7-8 0,-7 7 0,7-7 0,-7 7 0,7-7 16,0 0-16,-7 7 0,7-7 0,-7 7 0,7-7 15,0 0-15,0 0 0,0 0 16,-7-7 0,7 7-16,-7-7 0,0 0 0,7 7 0,-7-7 15,7 7-15,-7-8 0,0 1 0,0 0 0,0 0 0,0 0 16,0 0-16,7 7 0,-7-7 0,0 0 0,0 0 16,0 0-16,0 0 0,-7 7 15,0 0-15,7-7 0,-7 7 0,0 0 16,7-7-16,-7 7 0,0 0 15,0 0-15,0 0 0,0 0 16,0 0-16,0 0 0,7 7 16,-7-7-16,0 0 0,7 7 0,-7 0 0,0-7 0,7 7 15,0 0-15,-8 0 0,1-7 0,7 7 0,0 0 0,0 0 0,0 0 16,0 0-16,0 0 0,0 1 0,0-1 0,0 0 16,0 0-16,0 0 0,0 0 0,7-7 15,-7 7-15,8-7 0,-8 7 0,7-7 0,0 0 16,0 0-16,0 0 0,0 0 15,0 0-15,0 0 0,0 0 0,0 0 16,0 0-16,0 0 0,0 0 0,0 0 16,-7-7-16,7 7 0,0-7 0,0 0 0,-7 0 15,8 7-15,-1 0 0,-7-7 0,7 7 0,-7-7 0,0 0 16,0-1-16,0 1 16,0 0-1,0 0-15,0 0 16,-7 7-16,0 0 0,7-7 15,-8 7-15,1 0 0,0 0 0,0 0 0,0-7 16,0 7-16,0 0 0,0 0 0,0 0 0,0 0 0,0 0 16,0 0-16,0 0 0,0 0 0,0 0 0,0 0 0,0 0 0,-1 0 15,1 0-15,0 0 0,0 0 0,0 0 0,0 0 0,0 0 0,0 0 16,0 0-16,0 0 0,7 7 0,-7-7 0,7 7 16,-7-7-16,7 7 0,0 0 0,0 0 15,0 0-15,0 1 0,0-1 16,0 0-16,7-7 0,-7 7 15,7-7-15,0 0 16,0 0-16,0 0 16,0 0-16,0 0 15,-7-7-15,7 7 0,0 0 0,-7-7 16,7 7-16,0-7 0,-7-1 0,0 1 0,8 7 16,-8-7-16,0 0 0,7 7 0,-7-7 0,0 0 0,0 0 15,0 0-15,0 0 0,0 0 16,0 0-16,-7 7 15,-1 0 1,1 0-16,0 0 31,0 0-15,0 0-16,7 7 16,7-7-1,0 0-15,0 0 0,0 0 16,1 0-16,-1 0 0,0 7 0,0-7 0,0 0 0,0 0 0,0 0 0,0 0 15,0 0-15,0 0 0,0 0 0,0 0 0,0 0 0,0 0 0,0 0 0,0 0 0,0 0 16,1 0-16,-1 0 0,0 0 0,0 0 0,0 0 0,0 0 0,0 0 0,0 0 0,0 0 16,0 0-16,0 0 0,0 0 0,0 0 0,0 0 0,0 0 0,-7 7 0,7-7 15,0 0-15,0 0 63,-7 7-32,7-7 0,1 0-31,-1 0 32,0 0-32,0 0 15,-7 7-15,7-7 16,0 0-1,-14 0 48,0 0-47,0 0-16,0 0 0,0 0 15,-1 0-15,1 0 16,0 0-16,0 0 0,0 0 0,0 0 0,0 0 15,0 0-15,0 0 0,0 0 0,0 0 0,0 0 16,0 0-16,0 0 0,0 0 0,0 0 0,0 0 0,0 0 16,0 0-16,14 0 140</inkml:trace>
  <inkml:trace contextRef="#ctx0" brushRef="#br0" timeOffset="-4338.9231">-2025 36 0,'0'-7'0,"7"7"0,-7-7 15,0-1-15,0 1 16,0 0-16,8 7 0,-8-7 0,0 0 15,0 0-15,0 0 0,0 0 16,0 0-16,0 0 0,0 0 16,0 0-1,0 0 1,-8 7-16,1 0 16,0 0-1,0 0 1,0 7-16,0-7 15,0 0-15,7 7 0,0 0 0,0 0 0,-7-7 0,0 0 0,7 7 0,0 0 0,-7-7 16,7 7-16,-7 0 0,7 0 0,-7-7 0,7 7 0,0 0 0,-7-7 0,7 7 16,-7-7-16,7 8 0,0-1 0,-7 0 0,7 0 0,-7-7 15,7 7-15,0 0 0,0 0 0,-7 0 0,7 0 0,0 0 16,0 0-16,0 0 0,0 0 16,0 0-16,7-7 0,0 0 15,-7 7-15,7-7 16,-7 7-16,7-7 0,0 0 15,0 0 1,0 0-16,0 0 16,0 0-16,-7-7 0,7 7 15,0 0-15,-7-7 16,7 7-16,-7-7 0,0 0 16,0 0-1,0 0-15,0 0 16,0 0-16,0 0 0,-7 7 15,7-7-15,-7 7 0,7-7 0,-7 7 16,0 0-16,7-7 0,-7 7 16,7-7-16,-7 7 0,0 0 0,0 0 15,0 0-15,0 0 32,7 7-32,0 0 15,0 0-15,0 0 0,0 0 0,-7-7 0,7 7 0,0 0 16,0 0-16,0 0 0,0 0 0,0 0 0,0 0 15,0 0-15,0 0 0,0 0 0,0 0 0,7-7 0,-7 8 16,0-1-16,7 0 0,-7 0 0,7-7 0,-7 7 16,7-7-16,0 0 15,0 0-15,0 0 16,0 0-16,0 0 16,-7-7-16,7 0 0,0 7 0,-7-7 0,0 0 15,0-1-15,7 8 0,-7-7 0,0 0 0,0 0 16,0 0-16,7 0 0,-7 0 15,0 0-15,0 0 0,0 0 0,0 0 16,0 0-16,0 0 0,-7 7 16,7-7-16,0 0 0,-7 7 15,7-7-15,-7 7 0,7-7 0,-7 7 16,0 0 15,0 0-15,7 7-1,0 0-15,0 0 0,-7-7 16,7 7-16,0 0 0,0 0 0,0 0 0,0 0 0,0 0 16,0 0-16,0 0 0,0 0 15,7-7 32,-7-7-47,0 0 16,7 7-16,-7-7 0,0 0 0,7 7 15,-7-7-15,0 0 0,7 7 0,-7-7 0,0 0 16,0 0-16,0 0 16,0 0-16,0 0 0,0 0 15,0 0-15,0-1 16,0 1-16,-7 7 0,7-7 0,0 0 16,-7 7-1,7-7-15,-7 7 0,7 7 47,0 0-31,0 0-16,-7-7 0,7 7 0,0 1 0,0-1 0,0 0 15,0 0-15,0 0 0,0 0 0,0 0 0,0 0 16,0 0-16,0 0 0,0 0 0,7 0 16,-7 0-16,7-7 0,-7 7 15,7-7 1,0 0-16,0-7 15,-7 0-15,7 7 16,-7-7-16,7 0 0,-7 0 16,0 0-16,0 0 0,0 0 15,0 0-15,0 0 16,0 0-16,0 0 31,0 0-31,0-1 16,0 1-1,0 14 32,0 1-47,0-1 16,7-7-16,-7 7 0,0 0 0,7-7 0,-7 7 0,0 0 0,0 0 16,0 0-16,0 0 0,0 0 0,8-7 0,-8 7 0,0 0 0,0 0 15,0 0-15,0 0 0,0 0 0,0 0 0,0 0 0,7 0 0,-7 1 0,7-1 16,-7 0-16,0 0 0,0 0 0,0 0 0,0 0 0,7-7 15,-7 7-15,0 0 0,7 0 0,0-7 47,-7-7-47,0 0 16,0 0-16,0 0 0,7 7 0,-7-7 16,0 0-16,7 7 0,-7-7 0,0 0 0,0 0 15,7 7-15,-7-8 0,0 1 0,0 0 0,7 7 0,-7-7 0,0 0 16,0 0-16,0 0 0,0 0 0,0 0 15,0 0-15,0 0 0,0 0 0,0 0 16,0 0-16,0 0 0,0 0 16,0 14 31,0 0-47,-7-7 0,7 7 0,0 0 15,0 0-15,0 0 0,0 0 0,0 0 0,0 0 0,-7 0 16,7 0-16,0 0 0,0 0 0,0 0 0,-7-7 0,7 7 0,0 1 15,0-1-15,0 0 0,0 0 0,0 0 0,0 0 0,0 0 0,0 0 16,0 0-16,0 0 0,7-7 47,-7-7-31,0 0-16,0 0 0,0 0 15,0 0-15,0 0 0,0 0 0,0 0 16,0 0-16,0-1 0,0 1 0,0 0 0,0 0 15,0 0-15,0 0 0,0 0 0,0 0 0,0 0 0,0 0 0,0 0 16,0 0-16,0 0 0,0 0 0,0 0 16,0 0-16,-7 0 0,7 0 15,0 0-15,-7 7 0,7-8 0,-7 8 0,0 0 16,7 8 15,0-1-31,-7-7 16,7 7-16,0 0 0,-7 0 0,7 0 0,0 0 15,0 0-15,0 0 0,0 0 0,-7-7 0,7 7 0,-8 0 16,8 0-16,0 0 0,0 0 0,0 0 0,0 0 16,0 0-16,0 0 0,0 1 15,8-8-15,-1 0 32,0 0-17,-7-8 1,7 8-16,-7-7 0,7 7 0,-7-7 15,7 7-15,-7-7 0,0 0 16,0 0-16,0 0 16,0 0-16,0 0 15,0 0-15,0 0 16,0 0-16,0 0 0,0 0 16,-7 7 30,7 7-46,0 0 0,0 0 16,-7-7-16,7 7 0,0 0 0,0 0 16,0 0-16,0 0 0,0 0 0,0 0 0,7 0 15,0 0-15,-7 0 0,0 1 0,7-1 0,0 0 0,-7 0 0,0 0 16,7-7-16,-7 7 0,7 0 0,-7 0 0,7-7 0,-7 7 0,0 0 0,7-7 16,-7 7-16,7 0 0,-7 0 0,7-7 0,-7 7 0,7 0 0,0-7 15,-7 7-15,7-7 0,0 0 0,-7 7 0,7-7 0,1 0 0,-1 0 16,0 0-16,0 0 0,0 0 15,0 0-15,0 0 0,0 0 0,0 0 0,0 0 16,0 0-16,-7-7 0,7 7 0,0 0 0,0 0 0,-7-7 16,7 7-16,-7-7 0,7 7 0,-7-7 0,7 0 15,1 7-15,-8-7 0,7 7 0,-7-7 0,0 0 16,0 0-16,0 0 0,0 0 16,0 0-16,0 0 15,0 0-15,-7 7 16,7-7-16,-8 7 0,8-7 0,-7 7 15,0 0-15,0 0 16,0 0 0,0 0-16,7 7 15,0 0-15,0 0 16,-7 0-16,7 0 0,0 0 0,0 0 16,0 0-16,0 0 0,0 0 15,0 0-15,0 0 0,7-7 0,-7 7 0,7-7 16,-7 7-16,7-7 0,0 0 15,-7 7-15,7-7 0,0 0 16,1 0-16,-1 0 16,-7-7 15,0 0-31,0 0 0,0 0 16,0 0-1,0 0 1,-7 7-16,7-7 0,-8 7 0,8-7 15,-7 7-15,0 0 0,0 0 16,0 0-16,0 0 0,7 7 47,0 0-47,0 0 16,0 0-16,0 0 0,0 0 0,0 0 15,0 0-15,7-7 0,-7 7 0,7-7 0,-7 8 0,0-1 0,0 0 16,7-7-16,-7 7 0,0 0 0,7-7 15,-7 7-15,7 0 0,1-7 0,-1 0 16,0 0-16,0 0 31,-7-7 1,7 7-32,-7-7 0,0 0 15,0 0-15,0 0 16,0 0-16,0-1 0,0 1 15,0 0-15,0 0 16,0 0-16,-7 7 0,7-7 0,-7 7 16,7-7-16,-7 7 0,0 0 15,7-7-15,-8 7 0,1 0 16,7-7-16,-7 7 0,0 0 0,0 0 0,0 0 16,7-7-16,-7 7 0,0 0 15,0 0-15,7 7 16,0 0-1,0 0 1,0 0-16,7 0 0,-7 0 0,7-7 16,-7 7-16,0 0 0,7-7 0,-7 7 0,7-7 0,0 8 15,-7-1-15,7-7 0,-7 7 0,7-7 0,-7 7 0,0 0 16,7-7-16,1 0 0,-1 7 0,-7 0 0,7-7 16,0 0-16,0 0 0,0 0 0,0 0 0,-7 7 0,7-7 15,0 0-15,0 0 0,0 0 0,0 0 0,-7 7 16,7-7-16,0 0 0,0 0 0,0 0 0,0 0 0,0 0 0,0 0 15,1 0-15,-1 0 0,0 0 0,0 0 0,0 0 16,0 0-16,0 0 0,0 0 0,0 0 16,0 0-16,-7-7 78,-7 7-63,7-7-15,0 0 0,-7 7 0,0 0 16,7-7-16,-7 7 0,7-7 0,-7 7 16,7-7-16,-7 7 0,0 0 0,7-7 15,-7 7-15,0 0 0,7-7 0,-8 7 16,1 0 62,7 7-78,-7-7 16</inkml:trace>
  <inkml:trace contextRef="#ctx0" brushRef="#br0" timeOffset="9131.9974">-1869 57 0,'0'-7'63,"7"7"-63,-7-7 0,7 7 15,-7-7-15,7 7 16,-7-7-16,7 7 0,-7-7 0,7 7 0,0 0 16,0 0-16,0 0 15,-7-8-15,7 8 16,0 0-16,0 0 15,-7-7-15,7 7 16,0 0-16,0 0 16,0 0-1,1 0-15,-1 0 32,0 0-32,0 0 15,0 0-15,0 0 16,0 0-16,0 0 31,0 0 0,-7 7-31,7-7 16,-14 0 78,0 0-79,0 0 1,0 0-16,0 0 16,0 0-16,7 8 0,-7-8 15,0 0-15,0 0 0,-1 0 16,1 0-16,7 7 0,-7-7 15,0 0-15,0 0 0,0 0 16,0 0-16,0 0 0,0 0 16,0 0-16,0 7 15,0-7 1,0 0 0,0 0-16,0 0 15,0 0-15,0 0 0,-1 0 16,1 0-1,0 0 1,0 0 0,0 0-16,7-7 15,-7 7-15,0 0 16,7-7-16,-7 7 16,0 0-16,0 0 0,0 0 15,0 0-15,7-8 31,-7 8-31,0 0 16,14 0 78,0 0-79,0 0-15,0 0 16,0 0-16,0 0 0,0 0 16,-7 8-16,7-8 0,0 0 15,0 0-15,0 0 0,-7 7 0,7-7 16,0 0-16,1 0 0,-1 0 16,0 0-16,0 7 0,0-7 0,0 0 15,0 0-15,0 0 0,0 0 0,0 0 0,0 0 16,0 0-16,0 0 0,0 7 0,0-7 0,0 0 0,0 0 15,1 0-15,-1 7 0,0-7 0,0 0 0,0 0 0,0 0 0,0 0 16,0 0-16,0 0 0,0 0 0,0 0 0,0 0 0,0 0 0,0 0 0,0 0 0,0 0 16,0 0-16,0 0 0,0 0 0,1 0 0,-1 0 0,0 0 0,0 0 0,0 0 15,0 0-15,0 0 0,0 0 0,0 0 0,0 0 0,0 0 0,0 0 16,0 0-16,0 0 0,0 0 0,0 0 0,0 0 16,1 0-16,-1 0 0,0 0 0,0 0 0,0 0 15,0 0-15,0 0 0,0 0 0,0 0 0,0 0 16,0 0-16,0 0 0,0 0 0,0 0 0,0 0 15,0 0-15,0 0 0,0 0 0,0 0 16,1 0-16,-1 0 0,0 0 16,-14 0 62,0 0-63,-1 0-15,1 0 16,0 0-16,0 0 16,0 0-16,0 0 0,0 0 0,0 0 15,0 0-15,0 0 0,7 7 0,-7-7 0,0 0 16,0 0-16,0 0 0,0 0 0,7 7 0,-7-7 16,0 0-16,0 0 0,0 0 0,-1 0 0,1 0 15,7 7-15,-7-7 0,14 0 78,0 0-62,1 0-16,-1 7 16,0-7-16,0 0 0,0 0 0,-7 7 0,7-7 0,0 0 15,0 0-15,0 0 0,0 0 0,0 0 0,0 0 0,0 0 16,0 0-16,0 0 0,0 0 0,0 0 0,0 0 15,0 0-15,1 0 0,-1 0 0,0 0 16,0 0-16,0-7 0,0 7 16,0 0-16,-7-7 15,0 0 32,-7 7-31,7-7-1,-7 7-15,0 0 16,0 0-16,0 0 0,0 0 16,-1 0-16,1 0 0,0 0 0,0 0 15,0 0-15,0 0 0,0 0 16,0 0-16,7 7 31,-7-7-31,0 0 16,7 7-16,0 0 15,0 0 1,7-7-16,0 0 0,0 0 16,0 0-16,0 0 0,0 0 15,0 0-15,0 0 0,0 0 0,1 0 0,-1 0 16,0 0-16,0 0 0,0 0 16,0 0-16,0 0 0,0 0 15,0 0-15,0 0 16,-7-7-16,7 7 15,-14 0 32,0 0-31,0 0-16,0 0 0,0 0 16,0 0-16,0 0 0,0 0 0,7-7 0,-7 7 0,0 0 0,-1 0 15,1 0-15,0 0 0,0 0 0,0 0 0,0 0 0,0 0 0,0 0 16,0 0-16,0 0 0,0 0 0,0 0 0,0 0 0,0 0 0,0 0 0,0 0 15,0 0-15,0 7 0,0-7 0,-1 0 0,8 7 16,8-7 15,-1 0-15,-7 7-16,7-7 0,0 0 0,-7 7 0,7-7 0,0 0 0,-7 7 16,7-7-16,0 0 0,0 0 0,0 0 0,0 0 0,0 0 15,0 0-15,0 0 0,0 0 0,0 0 0,0 0 0,0 0 16,0 0-16,1 0 0,-1 0 0,0 0 0,0 0 0,0 0 0,0 0 15,0 0-15,0 0 0,0 0 0,0 0 0,0 0 0,0 0 0,0 0 16,0 0-16,0 0 0,0 0 0,0 0 0,1 0 0,-1 0 0,0 0 0,0 0 0,0 0 0,0 0 16,0 0-16,0 0 0,0 0 0,0 0 0,0-7 0,0 7 0,0 0 0,0 0 0,0 0 0,0 0 15,0 0-15,0-7 0,0 7 0,1 0 0,-1 0 0,0 0 0,0 0 16,0 0-16,0 0 0,0-7 0,0 7 0,0 0 0,0 0 0,0 0 0,0 0 16,-7-7-16,7 7 0,0 0 0,0 0 0,0 0 0,0 0 0,1 0 15,-1 0-15,0 0 0,-7-7 16,7 7-16,0 0 15,0 0-15,0 0 0,0 0 0,0 0 16,0 0-16,0 0 0,0 0 0,0 0 16,0 0-16,0 0 0,0 0 0,0 0 0,-7-7 0,7 7 0,0 0 15,1 0-15,-1 0 0,0 0 0,0 0 16,-7-7 78,-7 7-79,0 0-15,0 0 16,-1 0-16,1 0 0,0 0 16,0 0-16,0 0 0,0 0 0,0 0 0,0 0 0,0 0 15,0 0-15,0 0 0,0 7 0,0-7 0,0 0 0,0 0 16,0 0-16,0 0 0,0 0 0,7 7 0,-7-7 0,-1 0 0,1 0 0,0 0 0,0 0 0,0 0 0,0 0 0,0 0 15,-7 0-15,7 0 0,0 0 0,0 0 0,0 0 0,7 7 0,-7-7 0,0 0 0,0 0 0,0 0 0,7 7 16,-8-7-16,1 0 0,0 0 0,0 0 0,0 0 0,0 7 0,0-7 0,0 0 16,7 7-16,-7-7 0,7 7 0,-7-7 15,14 0 32,0 0-47,0 0 0,0 7 16,0-7-16,0 0 0,-7 7 0,7-7 0,0 0 0,0 0 0,1 0 15,-1 0-15,0 0 0,0 0 0,0 0 0,0 0 0,0 0 0,0 0 0,0 0 0,0 0 16,0 0-16,0 0 0,0 0 0,0 0 0,0 7 0,0-7 0,0 0 0,1 0 0,-1 0 0,0 0 16,0 7-16,0-7 0,0 0 0,0 0 0,0 0 0,0 0 0,0 0 0,0 0 15,0 0-15,0 0 0,0 0 0,0 0 0,0 0 16,-7 7-16,7-7 0,-14 0 62,0 0-46,0 0-16,7-7 0,-7 7 0,0-7 0,0 7 16,0 0-16,0 0 0,0 0 0,7-7 15,-7 7-15,0 0 0,0 0 0,0 0 0,0 0 0,7-7 0,-7 7 0,0 0 16,-1 0-16,1 0 0,0 0 0,0 0 0,0 0 0,0 0 16,0 0-16,0 0 0,0 0 0,7 7 31,7-7-31,0 0 15,0 0-15,0 0 0,-7 7 0,7-7 16,0 0-16,0 0 0,-7 7 0,7-7 0,1 0 0,-1 0 0,0 0 16,0 0-16,0 0 0,0 0 0,0 0 0,0 0 0,0 0 0,7 0 0,-7 0 15,0 0-15,0 0 0,7 0 0,-7 0 0,0 0 0,0 0 0,1 0 0,-1 0 0,0 0 0,7 0 0,-7 0 16,0 0-16,0 0 0,0 0 0,0 0 0,0 0 0,-7-7 0,7 7 0,0 0 0,0 0 0,0 0 16,0 0-16,0 0 0,1 0 0,-1 0 0,0 0 0,0 0 0,0 0 0,-7-7 0,7 7 0,0 0 0,-7-7 15,14 7-15,-7 0 0,0 0 0,-7-7 0,7 7 0,0 0 0,-7-7 16,7 7-16,0 0 0,0 0 0,-7-7 15,-7 7 1,0 0 0,7-7-16,-7 7 15,0 0-15,7-7 0,-7 7 16,0 0-16,0 0 0,0 0 0,0 0 0,0 0 16,0-7-16,0 7 0,0 0 0,0 0 15,7-7-15,-7 7 0,-1 0 0,1 0 0,14 0 47,1 0-47,-8 7 16,7-7-16,0 0 0,0 0 0,0 0 0,0 0 15,0 0-15,0 0 0,0 0 0,0 7 0,0-7 16,0 0-16,0 0 0,0 0 0,0 0 0,0 0 16,0 0-16,0 0 0,0 0 0,1 0 15,-1 0-15,-7-7 0,7 7 0,0-7 0,0 7 0,0 0 16,-7-7-16,7 7 0,0 0 0,0 0 0,-7-7 15,7 7-15,-7-7 0,7 7 16,-7-7 15,-7 7-31,0 0 16,7-7-16,-7 7 0,0 0 16,0 0-16,0 0 15,0 0-15,0 0 0,0 0 16,7 7-16,-7-7 0,-1 0 0,1 0 0,0 0 0,7 7 0,-7-7 15,0 0-15,0 0 0,7 7 0,-7-7 0,0 0 0,0 0 0,0 7 16,7 0-16,-7-7 0,14 0 47,0 0-47,0 0 0,0 0 16,0 0-16,0 0 0,0 7 0,0-7 0,0 0 0,0 0 15,1 0-15,-1 0 0,0 0 0,0 0 0,0 0 0,7 0 0,-7 0 16,0 0-16,0 0 0,0 0 0,0 0 0,0 0 0,0-7 0,0 7 15,0 0-15,0 0 0,-7-7 0,8 7 0,-1 0 0,0 0 0,0 0 16,0 0-16,0 0 16,-14 0-1,0 0 1,0 0-16,0 0 0,0 0 0,-1 0 0,1 0 0,0 0 0,0 7 0,0-7 16,0 0-16,0 7 0,0-7 0,0 0 0,-7 0 0,0 0 0,7 0 0,-7 0 0,7 0 0,-1 0 0,-6 7 0,7-7 15,-7 0-15,7 7 0,0-7 0,-14 7 0,0-7 0,7 0 0,7 0 0,-7 7 0,-1-7 0,1 0 0,0 0 16,0 0-16,0 0 0,-7 7 0,14-7 0,0 7 0,0-7 0,0 7 0,-1-7 0,-6 0 0,7 0 0,-7 0 15,7 0-15,-7 7 0,7-7 0,0 0 0,7 7 0,-7-7 0,0 0 16,14 0 0,0 0-1,-7 7 1,7-7-16,0 0 0,0 0 0,0 0 0,0 0 0,0 0 16,0 0-16,0 0 0,0 0 0,0 0 0,1 0 0,-1 0 15,0 0-15,0 0 0,0 0 0,0 0 0,0 0 0,0 0 0,0 0 0,0 0 0,0 0 16,0 0-16,0 0 0,0 0 0,0 0 0,0 0 0,0 0 0,1 0 0,-1 0 15,0 0-15,0 0 0,0-7 0,0 7 0,0 0 0,0 0 0,0 0 16,0 0-16,0 0 0,0 0 0,0 0 0,0 0 16,0 0-16,0 0 0,0 0 15,-7-7 1,-7 7 15,0 0-15,0 0-1,7-7-15,-7 7 0,0 0 16,0 0-16,7-7 16,-7 7-16,0 0 0,0 0 15,0 0-15,0 0 0,0 0 0,0 0 0,0 0 16,0 0-16,0 0 0,-1 0 0,1-7 0,0 7 0,0 0 16,0 0-16,0 0 0,0 0 0,0 0 0,0 0 0,0 0 15,7-7-15,-7 7 0,0 0 0,0 0 16,0 0-16,0 0 0,0 0 15,0 0 1,-1 0-16,1 0 16,0 0-16,0 0 0,7-7 0,-7 7 0,0 0 15,0 0-15,0 0 0,0 0 0,0 0 0,0 0 0,0 0 0,0 0 16,0 0-16,0 0 0,0 0 0,0 0 0,0 0 0,0 0 0,-1 0 0,1 0 0,0 0 16,0 0-16,0 0 0,0 0 0,0 0 0,0 0 0,0 0 0,0 0 0,0 0 0,0 0 0,0 0 15,0 0-15,0 0 0,0 0 0,0 0 0,-1 0 0,1 0 0,0 0 0,0 0 0,0 0 16,0 0-16,0 0 0,0 0 0,0 0 0,0 0 0,0 0 15,0 0-15,0 0 0,0 0 0,0 0 16,0 0-16,0 0 16,0 0-16,0 0 15,-1 0 1,1 0-16,0 0 0,0 0 16,7-7-16,-7 7 0,14 0 140,0 0-140,0 0 16,0 0-1,1 0-15,-1 0 16,0 0-16,0 0 0,0 0 0,0 0 16,0 0-16,0-7 0,0 7 0,0 0 15,0 0-15,0 0 0,0 0 0,0 0 16,0 0-16,0 0 0,0-7 0,0 7 16,0 0-16,1 0 0,-8-7 31,-8 7 31,1 0-62,0 0 16,0-7-16,0 7 16,0 0-16,0 0 15,7-7-15,-7 7 0,0 0 0,0 0 16,0 0-16,7-7 0,-7 7 0,0 0 0,0 0 15,0 0-15,0 0 0,0 0 0,0 0 0,0 0 16,-1 0-16,1-7 0,0 7 0,0 0 16,0 0-16,0 0 0,7-7 0,-7 7 15,0 0-15,0 0 16,14 0 93,-7-7-109,7 7 0,0 0 0,0 0 16,0 0-16,0 0 0,0 0 0,0 0 16,1 0-16,-1 0 0,0 0 0,0 0 15,0 0-15,0 0 16,0 0-16,-14 0 78,0 0-62,0 0-16,0 0 0,0 0 15,0 0-15,-1 0 0,1 0 0,0 0 16,0 0-16,0 0 0,0 0 0,0 0 0,0 0 0,0 0 15,0 0-15,0 0 0,0 0 0,0 0 0,0 0 0,0 0 16,0 0-16,0 0 0,-1 0 0,1 0 0,0 0 0,0 0 16,0 0-16,0 0 0,0 0 0,0 0 0,0 0 0,0 0 0,0 0 15,0 0-15,0 0 0,0 0 0,0 0 0,0 0 16,0 0-16,7-8 0,-7 8 0,0 0 0,-1 0 0,1 0 0,7-7 16,-7 7-16,0 0 0,0 0 0,0 0 0,0-7 15,0 7-15,7-7 0,-7 7 16,0 0-1,7-7 79,7 7-78,0 0-1,0 0 1,0 0 0,0 0-16,0 0 0,0 0 0,0 0 15,0 0-15,1 0 0,-1 0 0,0 0 0,0 0 0,0 0 16,0 0-16,0 0 0,0 0 0,0 0 0,0 0 0,0 0 0,0 0 0,0 0 16,0 0-16,0 0 0,0 0 0,0 0 0,0 0 0,0 0 0,1 0 0,-1 0 0,0 0 15,0 0-15,0 0 0,0 0 0,0 0 0,0 0 0,0 0 0,0 0 16,-7 7-16,7-7 0,0 0 0,0 0 0,-7 7 0,7-7 0,0 0 0,0 0 15,0 0-15,1 0 0,-1 0 0,0 0 0,0 0 0,0 0 0,0 0 16,0 0-16,0 7 0,0-7 0,0 0 0,0 0 0,0 0 0,0 0 16,0 0-16,0 0 0,0 0 0,0 0 0,0 0 0,0 0 15,1 0-15,-1 0 0,0 0 0,-7 7 0,7-7 0,0 0 0,0 0 0,0 0 16,0 0-16,0 0 0,0 0 0,0 0 16,0 0 140,0 0-141,0 0-15,0 0 0,0 0 0,-7 8 16,7-8-16,1 0 0,-1 0 0,0 0 0,0 0 16,0 0-16,0 0 0,0 0 0,0 0 0,0 0 15,0 0-15,0 0 0,0 0 0,0 0 0,0 0 16,0 0-16,0 0 0,0 0 0,0 0 0,0 0 0,1 0 16,-1 0-16,0 0 0,0 0 0,0 0 0,0 0 15,0 0-15,0 0 0,0 0 0,0 0 0,0 0 0,0 0 0,0 0 16,0 0-16,0 0 0,0 0 0,0 0 0,1 0 15,-1 0-15,0 0 0,-14 0 125,0 0-109,7 7-16,-8-7 0,8 7 16,-7-7-16,0 0 15,0 0-15,0 0 16,0 0-16,0 0 0,0 0 16,0 0-16,0 0 15,0 0-15,0 0 0,0 0 0,0 0 0,0 0 16,0 0-16,0 0 0,-1 0 0,1 0 0,0 0 15,0 0-15,0 0 0,0 0 0,0 0 0,0 0 0,0 0 0,0 0 16,0 0-16,0 0 0,0 0 0,0 0 0,0 0 16,0 0-16,14 0 62,0 7-46,0-7-16,0 0 0,0 0 15,-7 7-15,7-7 0,0 0 0,0 0 0,0 0 0,0 0 16,0 7-16,0-7 0,0 0 0,0 0 0,0 0 0,1 0 0,-1 0 16,0 0-16,0 0 0,0 0 0,0 0 0,0 0 0,0 0 0,0 0 15,0 0-15,0 0 0,0 0 0,0 0 0,0 0 16,0 0-16,0 0 0,0 0 16,1 0-1,-16 0 63,1 0-78,0 0 0,0 0 16,0 0-16,0 0 0,0 0 0,0 0 0,0 0 16,0 0-16,0 0 0,0 0 0,0 0 15,0 0-15,0 7 0,0-7 0,0 0 0,-1 0 16,-6 0-16,14 7 0,-7-7 0,0 0 0,0 0 0,0 0 0,0 0 15,0 0-15,0 0 0,0 0 0,0 0 0,0 0 16,0 0-16,0 0 0,0 0 0,0 0 0,0 0 16,0 0-16,7 7 0,7-7 47,-7 7-32,7-7 1,0 0-16,0 0 0,0 0 15,-7 7 48,-7-7-63,0 0 16,0 0-16,0 0 0,0 0 15,-1 0-15,1 0 0,0 0 0,0 0 16,0 0-16,0 0 0,0 0 0,0 0 0,0 0 0,0 0 15,0 0-15,0 0 0,0 0 0,0 0 0,0 0 0,0 0 0,0 0 0,-1 7 16,1-7-16,0 0 0,0 0 0,0 0 0,7 7 0,-7-7 0,0 0 0,0 0 0,0 0 0,0 0 16,0 0-16,0 0 0,0 0 0,0 0 0,0 0 0,0 0 0,0 7 0,0-7 15,0 0-15,-1 0 0,1 0 0,0 0 0,0 0 0,0 7 0,0-7 0,0 0 16,0 0-16,0 0 0,0 0 0,0 0 0,0 0 16,0 0-16,0 0 0,0 0 0,0 0 0,0 0 15,-1 0-15,1 0 16,0 7-16,0-7 0,0 0 15,0 0 1,0 0 0,0 0-1,0 0-15,7 7 16,-7-7-16,0 0 0,7 7 16,-7-7-16,0 0 0,0 0 15,0 0-15,0 0 0,0 0 0,0 0 16,7 7-16,-7-7 0,-1 0 0,1 0 15,0 0-15,0 0 0,7 8 16,-7-8-16,0 0 0,0 0 0,7 7 16,-7-7-16,0 0 0,0 0 0,0 0 15,0 0-15,0 0 0,0 0 16,0 0-16,0 0 16,7 7-16,-7-7 0,-1 0 15,1 0-15,7 7 0,-7-7 31,0 0-31,7 7 0,-7-7 0,7 7 47,7-7 16,0 0-63,0 0 0,0 0 15,1 0-15,-1 0 16,0 0-16,-7-7 16,7 7-1,-7-7-15,7 7 0,-7-7 16,0 0 0,0 0-16,0-1 15,-7 8 48,7-7-48,-7 7 1,0 0-16,7-7 16,-7 7-16,-1-7 15,1 7 1,7-7-16,0 0 15,-7 7-15,7-7 16,-7 7-16,7-7 16,-7 7-16,0 0 15,7-7-15,-7 7 0,7-7 16,0 0-16,-7 7 16,7-7-16,-7 7 15,7-7-15,-7 7 31,0 0-31,7-7 16,-7 7 0,0 0 15,0 0 47,7-7-62,0 0 46,-7 7-62,7-7 16,-7 7-16,7-7 0,0 0 31,0-1 0,0 1 1,0 0-17,0 0-15,-7 7 31,0 0 1,0 0-17</inkml:trace>
  <inkml:trace contextRef="#ctx0" brushRef="#br0" timeOffset="12515.9936">-1630 29 0,'-7'0'47,"0"0"-16,0 0 63,0 0-78,0 0-1,0 0 1,7-7-1,0-1 17,-7 8-32,0 0 15,14 0 63,0 0-78,-7-7 0,7 7 16,0 0-16,0 0 0,0 0 0,0 0 16,0 0-16,1 0 0,-1 0 0,0 0 15,0 0-15,0 0 0,0 0 16,0 0 0,0 0-1,0 0 1,0 0-16,0 0 15,0 0-15,0 0 0,0 0 16,0 0-16,-14 0 63,0 0-32,0 0-31,0 0 0,0 0 15,0 0-15,0 0 16,0 0-16,0 0 0,14 0 78,0 0-78,0 0 16,0 0-16,0 0 0,0 0 15,-7 7-15,7-7 0,-7 8 0,7-8 0,0 0 0,0 0 16</inkml:trace>
  <inkml:trace contextRef="#ctx0" brushRef="#br0" timeOffset="18810.5839">-980 14 0,'7'0'109,"0"0"-77,-14 0 15,0 0-47,0 0 15,0 0-15,7-7 0,-8 7 0,1 0 0,0 0 0,0 0 16,0 0-16,0 0 0,0 0 0,0 0 0,0 0 0,0 0 0,0 0 0,0 0 15,0 0-15,0 0 0,0 0 0,0 0 0,0 0 0,-1 0 0,1 0 0,0 0 0,0 0 16,0 0-16,0 0 0,0 0 0,0 0 0,0 0 0,0 0 0,0 7 0,0-7 0,0 0 0,0 0 16,0 0-16,0 0 0,0 0 0,0 0 0,14 0 62,-7 8-62,7-8 0,0 0 0,0 0 16,0 0-16,0 0 0,0 0 15,0 0-15,0 0 0,0 7 0,0-7 0,0 0 0,0 0 16,0 0-16,0 0 0,0 0 0,0 0 0,1 0 0,-1 0 0,0 0 0,0 0 16,0 0-16,0 0 0,0 0 0,0 0 0,0 0 0,0 0 15,0 0-15,0 0 0,0 0 0,0 0 0,-14 0 110,0 0-110,0 0 15,0 0-15,0 0 16,0 0-16,0 0 0,0 0 0,0 0 16,0 0-16,0 0 15,14 0 48</inkml:trace>
  <inkml:trace contextRef="#ctx0" brushRef="#br0" timeOffset="-27661.7058">141 127 0,'-7'0'0,"0"0"16,0 0-16,0 0 15,0 0-15,0 0 0,0 0 16,0 0-16,0 0 15,0 0-15,0 0 0,0 0 0,0 0 0,0 0 16,0 0-16,0 0 0,0 0 0,-1 0 0,1 0 16,0 0-16,14 0 62,0 0-62,1 0 0,-1 0 16,0 0-16,0 0 0,0 0 0,7 0 0,-7 0 15,-7 7-15,7-7 0,0 0 0,0 0 0,0 0 0,0 0 0,0 0 0,-7 7 0,7-7 16,0 0-16,0 0 0,0 0 0,0 0 0,1 0 0,-1 0 0,0 0 0,0 0 0,0 0 0,7 0 0,0 0 16,-7 0-16,0 0 0,0 0 0,7 0 0,-7 0 0,0 0 0,0 0 0,8 0 0,-8 0 0,0 0 0,0 0 15,0 0-15,0-7 0,0 7 0,0 0 0,0-7 0,0 7 0,0 0 0,0 0 0,-7-7 0,7 0 16,0 7-16,0-7 0,0 7 0,-7-7 0,7 7 0,-7-7 0,0 0 16,0 0-1,-7 7-15,7-7 16,-7 7-16,0 0 0,0 0 0,0 0 15,0 0-15,0 0 0,0 0 0,0 0 0,7-7 16,-7 7-16,0 0 0,0 0 0,0 0 0,0 0 0,0 0 0,0 0 0,0 0 0,-1 0 16,1 0-16,0 0 0,0 0 0,0 0 0,0 0 0,0 0 0,0 0 0,0 0 0,0 0 0,0 0 15,0 0-15,0 0 0,0 0 0,0 0 0,0 0 0,0 7 16,7 0-16,0 0 16,7-7-1,0 0-15,0 7 16,0-7-16,0 7 0,0-7 0,0 0 0,0 0 0,0 0 15,0 0-15,0 0 0,0 0 0,0 0 0,0 0 0,-7 7 0,7-7 0,0 0 16,1 0-16,-1 0 0,0 0 0,0 0 0,0 0 0,0 0 0,0 0 0,0 0 16,0 0-16,0 0 0,0 0 0,0 0 0,0 0 0,0 0 0,0 0 0,0 0 15,0 0-15,0 0 0,0-7 0,1 7 0,-8-7 0,7 7 16,0 0-16,0 0 0,-7-7 0,0 0 16,0 0-16,0 0 15,-7 7-15,0-7 0,0 7 16,-1-7-16,1 7 0,0-7 15,0 7-15,0-7 0,0 7 0,0 0 16,0 0-16,0 0 16,0 7-16,7 0 15,-7-7-15,7 7 0,0 0 0,0 0 16,0 0-16,0 0 16,7-7-16,-7 7 0,7-7 15,-7 7-15,7-7 0,0 0 0,0 0 16,0 0-16,0 7 0,0-7 0,0 0 0,0 0 15,1 0-15,-1 0 0,0 0 0,0 0 0,0 0 16,0 0-16,0 0 0,-7-7 0,7 7 0,0-7 0,0 7 16,-7-7-16,7 7 0,-7-7 0,0 0 0,0 0 15,7 7-15,-7-7 0,0 0 0,7 0 16,-7 0-16,0 0 0,0 0 16,0-1-1,0 1-15,-7 7 0,7-7 16,-7 7-16,0 0 31,0 0-31,7 7 0,0 0 16,0 1-16,0-1 0,0 0 0,-7-7 0,7 7 15,0 0-15,0 0 0,0 0 0,0 0 0,0 0 0,0 0 16,0 0-16,0 0 0,0 0 16,7-7-16,-7 7 0,0 0 0,7-7 0,0 0 0,-7 7 0,0 0 15,7-7-15,0 0 0,0 0 0,0 0 16,0 0-16,-7 7 0,7-7 0,1 0 0,-1 0 0,0 0 15,0 0-15,0 0 0,0 0 0,0 0 0,0 0 16,0 0-16,0 0 0,0 0 0,0 0 16,0 0-16,0 0 0,0 0 0,0 0 15,-7-7-15,0 0 16,0 0 0,0 0-16,0 0 0,0 0 15,0 0-15,0 0 16,-7 7-16,7-7 0,0 0 15,-7 7-15,7-7 0,-7 7 0,0 0 16,7-7-16,-7 7 0,0 0 16,0 0-1,7 7 1,-7-7-16,7 7 0,-7-7 0,7 7 0,0 0 16,0 0-16,0 0 0,0 0 0,0 0 15,0 0-15,0 0 0,0 0 0,0 0 16,7-7-16,0 0 0,-7 7 15,7-7-15,0 0 0,0 0 16,0 0-16,-7-7 0,7 7 16,-7-7-16,7 7 0,-7-7 0,7 7 0,-7-7 15,0 0-15,7 0 0,0 7 0,-7-7 0,0 0 16,0 0-16,0 0 0,0 0 16,0 0-16,-7 7 15,7-7-15,-7 7 0,0 0 16,0 0-16,7-7 15,-7 7-15,0 0 0,0 0 0,0 0 16,0 0-16,0 0 0,0 0 16,7 7-16,-7 0 0,0-7 0,7 7 0,0 0 15,0 0-15,-7-7 0,7 7 0,0 0 0,0 0 16,-7-7-16,7 7 0,0 0 0,0 0 0,0 0 16,0 0-16,0 0 0,7-7 0,-7 8 0,7-8 15,0 7-15,0-7 16,0 0-16,0 0 0,-7 7 0,7-7 15,0 0-15,0 0 16,0 0-16,-7-7 0,7 7 0,-7-7 16,0-1-16,7 8 0,-7-7 0,7 7 0,-7-7 15,0 0-15,0 0 0,0 0 16,0 0-16,0 0 0,0 0 0,0 0 16,0 0-16,-7 0 0,7 0 15,-7 7-15,0-7 0,0 7 0,0 0 16,0 0-16,7-7 0,-7 7 0,0 0 0,0 0 0,0 0 15,0 0-15,0 0 0,0 0 0,0 0 16,0 0-16,-1 0 0,1 0 0,0 0 16,7 7-16,0 0 0,-7-7 0,0 0 0,0 7 0,7 0 0,0 0 15,-7-7-15,7 7 0,0 0 0,-7-7 0,7 7 0,0 0 16,0 0-16,0 0 0,0 0 0,0 0 0,0 0 16,0 1-16,0-1 0,0 0 0,0 0 15,7-7-15,-7 7 0,7 0 0,0-7 16,0 0-16,0 0 0,0 0 0,0 0 0,1 0 15,-1 0-15,0 0 0,0 0 0,-7-7 0,7 7 0,0 0 0,-7-7 0,7 7 16,0 0-16,-7-7 0,7 7 0,-7-7 0,0 0 16,7 7-16,-7-8 0,0 1 0,7 7 0,-7-7 0,0 0 15,0 0-15,0 0 0,0 0 16,-7 7-16,7-7 0,-7 7 0,0 0 0,7-7 16,-7 7-16,0 0 31,0 0-16,7 7-15,0 0 16,0 0-16,0 0 0,0 0 16,0 0-16,0 0 0,0 0 0,0 1 0,7-1 15,-7 0-15,7-7 0,-7 7 16,7-7-16,0 0 0,-7 7 0,7-7 0,0 0 0,-7 7 16,7-7-16,0 0 0,0 0 0,0 0 0,0 0 15,-7-7-15,0 0 0,7 7 0,0-7 0,-7 0 16,7 7-16,-7-7 0,0-1 0,0 1 15,0 0-15,0 0 0,0 0 0,0 0 16,-7 7-16,7-7 0,-7 7 0,7-7 0,0 0 0,-7 7 16,0 0-16,7-7 0,0 0 0,-7 7 0,0-7 15,0 7-15,7-7 0,-7 7 0,0 0 16,0 0-16,0 0 16,0 0-16,0 7 15,7 0-15,-7-7 0,7 7 0,0 0 0,0 0 0,-7-7 0,7 7 16,-7-7-16,7 14 0,-7-7 0,7 0 0,0 0 0,0 0 0,0 1 15,0-1-15,0 7 0,0-7 0,0 0 0,0 0 16,0 0-16,0 0 0,7-7 0,0 7 0,-7 0 16,7-7-16,0 0 0,0 0 0,0 0 0,0 0 0,0 0 15,0 0-15,0 0 0,0 0 16,0-7-16,-7 0 0,7 7 0,-7-7 16,0 0-16,7 7 0,-7-7 0,0 0 0,0 0 15,0 0-15,0 0 0,0 0 0,0-1 0,0 1 0,0 0 16,0 0-16,0 0 0,0 0 0,0 0 0,0 0 15,0 0-15,-7 0 0,7 0 0,-7 0 16,0 7-16,7-7 0,-7 7 0,7-7 0,-7 7 0,0 0 16,0 0-16,7-7 0,-7 7 0,0 0 15,0 0-15,0 0 0,0 0 16,7 7-16,-7-7 0,7 7 0,-7 0 16,7 0-16,-7-7 0,7 7 0,0 0 15,0 0-15,-8-7 0,8 7 0,0 0 0,0 0 0,0 0 16,0 0-16,0 0 0,8-7 15,-8 7-15,7-7 0,0 0 16,0 8-16,0-8 0,0 0 16,0 0-16,0 0 0,0 0 0,0 0 15,0 0-15,0 0 0,-7-8 0,7 8 0,0 0 16,0 0-16,0 0 0,-7-7 0,7 7 16,-7-7-16,7 0 0,-7 0 15,0 0-15,0 0 16,0 0-1,0 0-15,-7 7 16,7-7 15,-7 7-31,7 7 32,0 0-17,-7-7-15,7 7 0,0 0 0,0 0 0,0 0 16,0 0-16,0 0 0,0 0 15,7-7-15,-7 8 0,7-8 0,-7 7 0,7-7 16,0 0-16,-7 7 0,8-7 0,-1 0 0,0 0 16,0 0-16,0 0 0,0 0 15,0 0-15,-7-7 16,7 7-16,0 0 0,-7-7 16,7 7-16,-7-8 0,0 1 31,0 0 16,0 0-32,-7 7 1,0 0 0</inkml:trace>
  <inkml:trace contextRef="#ctx0" brushRef="#br0" timeOffset="-17828.542">184-7 0,'7'0'32,"0"0"-17,0 0-15,0 0 0,0 0 0,0 0 0,0 0 16,0 0-16,-7 7 0,7-7 0,0 0 0,0 0 0,0 0 0,1 0 0,-1 0 0,0 0 15,0 0-15,0 0 0,0 0 0,0 0 0,0 0 0,0 0 0,0 0 16,0 0-16,0 0 0,0 0 0,0 0 0,0 0 0,0 0 0,0 0 0,0 0 16,0 0-16,1 0 0,-1 0 0,0 0 0,0 0 0,0 0 0,0 0 0,0 0 15,0 0-15,0 0 0,0 0 0,0 0 0,0 0 0,0 0 16,0 0-16,0 0 0,-14 0 78,0 0-78,0 0 16,0 0-1,0 0-15,0 0 0,0 0 0,0 0 0,0 0 16,0 0-16,0 0 0,0 0 0,0 0 0,0 0 0,-1 0 16,1 0-16,0 0 0,0 0 0,0 0 0,0 0 0,0 0 15,0 0-15,0 0 0,0 0 0,0 0 0,0 0 0,0 0 0,0 0 16,0 0-16,0 0 0,14 0 47,0 0-47,0 0 15,0 0-15,0 0 0,0 0 0,0 0 16,0 0-16,0 0 0,0 7 0,0-7 0,7 0 0,-7 0 16,0 0-16,-7 7 0,8-7 0,-1 0 0,0 0 0,0 0 0,0 0 0,0 0 15,0 0-15,0 0 0,0 0 0,0 0 0,7 0 0,-7 0 0,0 0 0,0 0 16,0 0-16,0 0 0,1 0 0,-1 0 0,0 0 0,0 0 0,0 0 15,0 0-15,0 0 0,0 0 16,0 0-16,-14 0 78,0 0-78,0 0 16,0 0-16,0 0 0,0 0 0,0 0 0,0 0 15,-1 0-15,1 0 0,0 0 0,0 0 0,0 0 0,0 0 0,0 0 16,0 0-16,0 0 0,0 0 0,0 0 0,0 0 0,0 0 0,0 0 0,0 0 16,0 0-16,0 0 0,-1 0 0,8-7 0,-7 7 0,0 0 0,0 0 0,0 0 15,0 0-15,14 0 47,0 0-47,-7 7 0,7-7 0,0 0 0,0 0 16,1 0-16,-1 0 0,0 0 0,-7 8 0,7-8 0,0 0 15,0 0-15,0 0 0,0 0 0,0 0 0,-7 7 0,7-7 0,0 0 0,0 0 0,0 0 0,0 0 0,0 0 0,0 0 16,0 0-16,1 0 0,-1 0 0,0 0 0,0 0 0,0 0 0,0 0 0,0 0 0,0 0 0,0 0 0,0 0 0,0 0 16,0 0-16,0 0 0,0 0 0,0 0 0,7 0 0,-7 0 0,0 0 0,1 0 0,-1 0 0,0 0 0,0 0 15,0 0-15,0 0 0,0 0 0,0 0 0,0 0 0,0 0 0,0 0 0,0 0 0,0 0 0,0-7 0,0 7 16,0 0-16,0 0 0,1 0 0,-1 0 0,0 0 0,0 0 0,0 0 16,0 0-16,-7-8 31,-7 8-31,0 0 15,0 0-15,0 0 16,0 0-16,7-7 0,-8 7 0,1 0 0,0 0 0,0 0 16,0 0-16,0 0 0,0 0 0,0 0 0,0 0 0,0 0 0,0 0 15,0 0-15,0 0 0,0 0 0,0 0 0,0 0 0,0 0 0,-1 0 0,1 0 0,0 0 16,0 0-16,0 0 0,0 0 0,0 0 0,0 0 0,0 0 0,0 0 0,0 0 0,0 0 0,0 0 16,0 0-16,7 7 0,-7-7 0,0 0 0,0 0 0,0 0 0,0 0 0,-1 0 15,1 0-15,0 0 0,0 0 0,14 0 31,0 0-15,0 0-16,1 0 0,-1 0 16,-7 8-16,7-8 0,0 0 0,0 0 0,0 0 0,0 0 0,0 0 15,0 7-15,0-7 0,0 0 0,0 0 0,0 0 0,0 0 0,0 0 0,0 0 16,0 0-16,0 0 0,0 0 0,1 0 0,-1 0 0,0 0 0,0 0 0,0 0 0,0 0 0,0 0 16,0 0-16,0 0 0,0 0 0,0 0 0,0 0 0,0 0 0,0 0 0,0 0 15,0 0-15,0 0 0,1 0 0,-8-7 31,-8 7-31,1 0 0,0 0 16,0 0-16,0-8 0,0 8 16,0 0-16,0 0 0,0 0 0,0 0 0,0 0 0,0 0 15,0 0-15,0 0 0,0 0 0,0 0 0,0 0 0,-1 0 0,1 0 16,0 0-16,0 8 0,0-8 0,0 0 0,7 7 0,-7-7 0,7 7 0,-7-7 0,0 0 16,0 0-16,7 7 0,-7-7 0,7 7 0,-7-7 0,0 0 0,0 7 0,7 0 15,-7 0-15,0-7 0,7 7 0,0 0 16,0 0-16,0 0 0,0 0 15,0 0-15,0 0 0,7-7 16,-7 7-16,7-7 0,0 0 0,0 0 0,-7 7 0,0 0 0,7-7 16,0 0-16,0 0 0,0 0 15,-7 7-15,7-7 0,0 0 0,0 0 0,0 0 0,0 0 0,0 0 16,0 0-16,1 0 0,-1 0 16,0-7-16,-7 0 0,0 0 0,0 0 15,0 0-15,0 0 16,0 0-16,-7 7 0,7-7 0,-7 7 0,-1 0 0,1 0 15,7-7-15,-7 7 0,0 0 0,0 0 0,7-7 0,-7 7 0,0 0 16,0 0-16,0 0 0,0 0 0,0 0 0,0 0 0,0 0 16,0 0-16,0-7 0,0 7 0,0 0 0,0 0 0,0 0 0,-1 0 15,1 0-15,-7 0 0,7 0 0,0 0 0,0 0 0,0 0 0,0 0 0,0 0 0,0 0 16,0 0-16,0 0 0,0 0 0,0 0 0,0 0 0,0 0 0,-1 7 0,1-7 0,0 0 0,7 7 0,-7-7 0,0 0 16,0 0-16,0 0 0,0 0 0,0 0 0,0 0 0,0 0 0,7 7 0,-7-7 0,0 0 0,0 0 0,0 0 0,0 0 0,7 7 0,-7-7 0,0 0 15,0 7-15,-1-7 0,1 0 0,0 0 0,0 0 0,0 0 0,0 0 0,0 0 0,7 7 16,-7-7-16,0 0 0,0 0 0,0 0 0,0 0 0,0 0 0,0 0 15,14 0 17,0 0-32,0 0 15,0 0-15,-7-7 0,7 7 16,0 0-16,0 0 0,-7-7 0,7 7 0,0 0 0,-7-7 0,7 7 16,0 0-16,0 0 0,0 0 0,-7-7 0,8 7 15,-8-7-15,7 7 0,0 0 0,-7-7 16,0 0-1,-7 7 1,7-7-16,-7 7 0,-1 0 0,1 0 0,0 0 16,0 0-16,7-7 0,-7 7 0,0 0 0,0-7 15,0 7-15,0 0 0,0 0 0,0 0 0,0 0 16,0 0-16,0 0 0,0 0 0,0 0 0,0 0 0,-1 0 0,1 0 0,0 0 16,0 0-16,0 0 0,0 0 0,0 0 0,0 0 15,0 0-15,0 0 0,0 0 16,7 7-16,-7-7 0,7 7 0,0 0 0,0 0 15,0 0-15,0 0 0,0 0 16,0 0-16,0 0 0,0 0 16,0 0-16,0 0 15,7-7-15,0 0 0,-7 7 0,7-7 0,0 0 16,0 0-16,0 0 0,0 0 0,0 0 0,0 0 0,0 0 16,0 0-16,1 0 0,-1 0 0,0 0 0,0-7 0,0 7 0,0 0 0,0 0 15,0-7-15,-7 0 0,7 7 0,0 0 0,0 0 0,-7-7 0,7 7 16,-7-7-16,0 0 0,7 7 0,-7-7 0,0 0 15,0 0-15,0 0 0,0 0 0,-7 7 16,7-7-16,-7 0 16,0 7-16,0 0 0,0 0 15,0 0-15,0 0 0,0 0 16,0 0-16,0 0 0,0 0 0,0 0 0,-1 0 0,1 0 16,0 0-16,0 0 0,7 7 0,-7-7 0,0 0 0,0 0 0,7 7 15,-7-7-15,0 0 0,7 7 0,-7 0 0,0-7 0,0 0 0,7 7 0,0 0 16,-7-7-16,0 0 0,7 7 0,0 0 0,-7 0 0,0-7 0,0 0 15,7 7-15,0 0 0,-7-7 0,7 7 0,-7-7 0,7 7 0,0 0 16,0 0-16,7-7 16,0 0-1,0 0-15,0 0 0,0 0 0,0 0 16,0-7-16,0 7 0,0-7 0,0 0 16,0 7-16,-7-7 0,7 7 0,0-7 0,0 7 0,-7-7 15,7 7-15,-7-7 0,7 7 0,-7-7 0,7 0 0,-7 0 0,7 7 16,-7-7-16,0 0 0,8 7 0,-8-7 0,0 0 15,0 0-15,-8 0 16,8 0-16,-7 7 0,0 0 31,0 0-31,7 7 0,-7-7 0,0 0 16,7 7-16,-7 0 0,7 0 0,-7 0 0,7 0 16,-7-7-16,7 7 0,0 0 0,0 0 0,0 0 15,0 0-15,0 0 0,0 0 0,0 0 0,0 0 16,0 0-16,7-7 0,-7 7 0,7-7 0,0 0 15,0 0-15,-7 8 0,7-8 0,0 0 0,0 0 0,0 0 16,1 0-16,-1 0 0,0 0 0,0 0 0,0 0 0,0-8 16,0 8-16,0 0 0,-7-7 0,7 0 0,0 7 0,0-7 0,0 0 15,0 0-15,-7 0 0,7 0 0,-7 0 16,7 7-16,-7-7 0,0 0 0,0 0 0,0 0 16,0 0-16,0 0 0,-7 0 15,0 0-15,7 0 0,-7 7 0,7-7 16,-7 7-16,0 0 0,0 0 0,0-8 0,0 8 15,7-7-15,-7 7 0,0 0 0,0 0 0,0 0 16,0 0-16,0 0 0,-1 0 0,1 0 0,0 0 16,0 0-16,0 0 0,0 0 0,0 0 0,0 7 0,0-7 0,0 8 15,0-8-15,7 7 0,-7-7 0,7 7 0,0 0 0,-7 0 0,0-7 16,7 7-16,-7 0 0,7 0 0,-7-7 0,7 7 0,0 0 0,-7-7 0,7 7 16,0 0-16,0 0 0,-7-7 0,7 14 0,-7-14 0,7 7 0,0 0 15,0 0-15,0 0 0,0 1 0,7-8 16,0 0-1,0 0-15,0 0 0,-7-8 16,7 8-16,0 0 0,-7-7 0,0 0 0,7 7 0,0-7 0,-7 0 16,7 7-16,-7-7 0,7 0 0,-7 0 0,0 0 0,7 7 0,-7-7 15,0 0-15,7 7 0,-7-7 0,0 0 0,7 7 0,-7-7 0,0 0 0,0 0 16,0 0-16,0 0 0,0 0 0,0-1 0,0 1 16,0 0-16,-7 7 0,7-7 0,0 0 15,-7 7-15,0 0 0,7-7 0,-7 7 0,0-7 16,0 7-16,0 0 0,0 0 0,0 0 15,0 0-15,0 0 0,7 7 0,-7 0 16,0-7-16,7 7 0,0 0 0,-8-7 0,8 7 0,0 0 16,-7-7-16,7 8 0,0-1 0,-7 0 0,0-7 0,7 7 0,0 0 0,0 0 15,-7-7-15,7 7 0,0 0 0,-7 0 0,7 0 0,-7-7 0,7 7 16,0 0-16,0 0 0,0 0 0,0 0 0,0 0 16,0 0-16,0 0 0,7-7 31,0 0-31,0 0 15,-7-7-15,7 7 0,-7-7 0,7 7 0,-7-7 0,7 7 0,-7-7 16,8 7-16,-8-7 0,7 0 0,-7 0 0,7 7 0,-7-7 0,7 7 0,-7-7 0,7 7 16,-7-7-16,0 0 0,7 7 0,-7-7 0,7 0 0,-7 0 0,0 0 15,0 0-15,0 0 0,0-1 0,0 1 16,0 0-16,0 0 16,-7 7 15,7 7-31,-7-7 0,7 7 0,-7 0 0,0 1 15,7-1-15,0 0 0,-7-7 0,0 7 0,7 0 0,0 0 16,-8-7-16,8 7 0,0 0 0,-7-7 0,7 7 0,0 0 0,-7-7 16,7 7-16,0 0 0,-7 0 0,7 0 0,-7 0 0,7 0 15,0 0-15,0 0 0,7-7 47,-7-7-47,7 0 0,0 0 16,0 7-16,-7-7 0,8 0 0,-1 0 0,-7 0 15,7 7-15,-7-7 0,0 0 0,7 7 0,0 0 0,-7-7 0,0 0 0,7 7 16,-7-7-16,0 0 0,0 0 0,7 7 0,-7-7 0,0 0 0,0 0 16,0-1-16,0 1 0,0 0 15,-7 7-15,7-7 16,-7 7-16,0 0 0,0 0 16,0 0-16,0 0 0,7 7 15,-8-7-15,1 0 0,7 7 0,-7-7 0,7 7 0,0 1 0,-7-8 16,0 0-16,7 7 0,0 0 0,0 0 0,0 0 0,-7-7 0,7 7 0,-7 0 15,7 0-15,0 0 0,0 0 0,-7 0 0,7 0 0,0 0 16,0 0-16,0 0 0,0 0 0,0 0 0,0 0 0,0 0 16,0 1-16,7-8 15,0 0 1,-7-8-16,7 8 0,0 0 16,-7-7-16,7 7 0,-7-7 0,0 0 0,7 7 0,-7-7 0,7 7 15,-7-7-15,0 0 0,0 0 0,8 0 0,-1 0 0,-7 0 16,0 0-16,0 0 0,0 0 0,0 0 0,0 0 0,0 0 15,0 0-15,0 0 0,0-1 0,0 1 0,0 0 16,-7 7-16,7-7 0,-8 7 16,1 0-16,0 0 0,0 0 15,0 0-15,0 0 0,0 7 16,7 0-16,-7-7 0,7 7 0,0 1 0,-7-8 0,0 0 0,7 7 16,0 0-16,-7-7 0,7 7 0,-7 0 0,7 0 0,-7 0 15,7 0-15,-7-7 0,7 7 0,0 0 0,-7-7 0,7 7 0,0 0 0,0 0 16,0 0-16,0 0 0,-7-7 0,7 7 0,0 0 15,0 0-15,0 0 16,7-7-16,0 8 16,0-8-16,0 0 0,0 0 15,0 0-15,0 0 0,0 0 0,-7-8 0,7 8 16,0 0-16,0 0 0,-7-7 0,7 7 0,0 0 16,-7-7-16,0 0 0,7 7 0,0 0 0,-7-7 15,0 0-15,0 0 0,8 7 16,-8-7-16,0 0 0,0 0 15,0 0-15,0 0 16,-8 0-16,1 7 16,7-7-16,-7 7 15,0 0-15,0 0 0,0 0 16,0 0-16,0 0 0,0 0 0,0 0 16,7 7-16,0 0 0,-7-7 0,0 7 0,7 0 0,-7-7 15,7 7-15,-7-7 0,7 7 0,-7 0 0,7 0 0,-7-7 0,7 7 0,-7-7 0,7 7 16,0 0-16,-8-7 0,8 7 0,-7-7 0,0 7 0,7 1 0,0-1 0,0 0 15,-7-7-15,7 7 0,-7-7 0,7 7 0,0 0 0,0 0 0,0 0 16,0 0 0,7-7-16,0 0 15,0 0-15,-7-7 0,7 7 0,-7-7 0,8 7 16,-8-7-16,7 0 0,-7 0 0,7 7 0,-7-7 0,7 7 16,-7-7-16,0 0 0,7 7 0,-7-8 0,0 1 0,0 0 15,0 0-15,0 0 0,0 0 0,0 0 16,0 0-16,0 0 0,0 0 0,0 0 15,-7 7-15,7-7 16,-7 7-16,0 0 0,0 0 0,-1 0 16,1 0-16,0 0 0,0 0 15,0 0-15,7 7 0,-7-7 0,0 7 0,0-7 16,7 7-16,0 0 0,-7-7 0,7 7 0,-7-7 0,7 7 0,0 0 0,-7-7 16,7 7-16,0 0 0,-7-7 0,7 7 0,0 0 0,0 1 0,0-1 15,0 0-15,0 0 0,0 0 16,7-7-16,-7 7 0,7-7 15,0 0-15,0 0 32,-7-7-32,7 7 0,0 0 0,-7-7 0,0 0 0,0 0 15,7 7-15,0-7 0,-7-1 0,0 1 0,7 0 16,0 0-16,-7 0 0,0 0 0,7 7 0,-7-7 16,0 0-16,0 0 0,0 0 0,0 0 0,0 0 15,0 0 1,-7 7-1,0 0-15,7 7 16,-7-7-16,0 7 16,7 0-16,-7-7 0,7 7 0,0 0 0,-7-7 15,7 7-15,-7-7 0,7 7 0,0 0 0,-7-7 0,7 7 0,0 0 0,-7 0 16,7 0-16,0 1 0,0-1 0,0 0 0,0 0 0,0 0 16,0 0-16,0 0 15,7-7-15,0 0 0,0 0 16,0 0-16,0 0 0,0 0 15,-7-7-15,0 0 0,7 7 0,0 0 0,-7-7 0,7 0 0,-7 0 0,0 0 16,8 7-16,-1-8 0,-7 1 0,0 0 0,7 0 0,-7 0 16,0 0-16,7 7 0,-7-7 0,0 0 0,0 0 0,0 0 15,0 0-15,0 0 0,0 0 0,0 0 16,0 0-16,-7 7 0,7-7 0,0 0 16,-7 7-16,7-7 0,-7 7 0,7-7 15,-8 7-15,1-8 0,0 8 16,0 0-16,0 0 15,7 8-15,-7-8 0,0 0 0,0 0 16,7 7-16,0 0 0,-7-7 0,7 7 0,-7-7 0,7 7 0,0 0 16,0 0-16,0 0 0,0 0 0,0 0 0,0 0 15,0 0-15,0 0 0,0 0 0,0 0 0,0 0 16,0 0-16,0 0 0,0 0 0,0 1 0,0-1 16,7 0-16,0-7 15,0 0 1,0 0-16,-7-7 0,7 7 0,0 0 15,-7-7-15,7 7 0,0-8 0,0 8 0,-7-7 0,8 0 0,-1 0 0,0 7 16,-7-7-16,7 7 0,0-7 0,-7 0 0,7 7 0,-7-7 0,7 7 0,-7-7 0,0 0 16,7 7-16,-7-7 0,0 0 0,0 0 0,7 7 0,-7-7 15,0 0-15,0 0 0,0 0 0,-7 7 16,7-7-16,-7 7 0,0 0 0,7-7 0,-7 7 16,7-8-16,-7 8 0,0 0 0,0 0 0,0 0 15,-1 0-15,1 0 0,0 0 16,0 8-16,0-8 0,7 7 0,-7-7 0,0 7 0,0-7 15,0 7-15,0 0 0,7 0 0,-7-7 0,0 0 0,7 7 0,-7 0 16,0 0-16,0 0 0,7 0 0,-7 0 0,7 0 0,-7-7 0,7 7 16,-7-7-16,7 7 0,-7-7 0,7 7 0,0 0 0,-8-7 0,8 7 0,-7-7 0,7 7 15,0 1-15,-7-8 0,7 7 0,0 0 0,0 0 0,0 0 16,0 0-16,0 0 0,0 0 0,0 0 16,7-7-16,0 0 15,1 0-15,-1 0 16,-7-7-16,7 7 0,0 0 0,-7-7 0,7 7 15,0 0-15,-7-7 0,7 0 0,0 7 0,0-7 16,-7 0-16,0 0 0,7 7 0,-7-7 0,0-1 0,7 8 0,-7-7 16,0 0-16,0 0 0,0 0 15,0 0-15,0 0 0,0 0 16,0 0-16,0 0 0,-7 7 0,7-7 16,-7 7-1,0 0-15,0 0 16,0 0-1,0 0-15,7 7 0,0 0 16,0 0-16,-7-7 0,7 7 0,0 0 0,0 0 0,0 0 16,-7-7-16,7 7 0,0 0 0,0 0 15,0 1-15,0-16 32,7 8-32,-7-7 15,0 0-15,7 7 0,-7-7 0,7 0 0,-7 0 16,0 0-16,0 0 0,0 0 0,0 0 0,0 0 0,0 0 15,0 0-15,0 0 0,0 0 0,0 0 16,-7 7-16,7-7 0,0 0 0,-7 7 0,0 0 0,0-7 16,0 7-16,-1 0 0,8-8 0,-7 8 0,0 0 15,0 0-15,0 0 0,0 0 0,0 0 16,0 0-16,0 0 0,0 8 0,0-8 0,7 7 16,-7 0-16,0-7 0,7 7 0,0 0 0,-7 0 0,0-7 0,7 7 0,0 0 15,-7-7-15,7 7 0,0 0 0,0 0 0,0 0 0,0 0 0,-7-7 0,-1 7 0,8 0 0,0 0 16,0 0-16,0 0 0,0 0 0,0 1 0,0-1 0,0 0 15,0 0-15,0 0 0,0 0 0,8-7 16,-8 7-16,7-7 0,0 0 0,0 0 0,0 0 16,0 0-16,0 0 0,0 0 0,0 0 15,-7-7-15,7 0 0,0 7 0,-7-7 0,7 7 0,-7-7 16,7 0-16,0 7 0,-7-7 0,0-1 0,7 8 0,-7-7 0,7 0 16,-7 0-16,0 0 0,0 0 0,0 0 0,0 0 15,0 0-15,0 0 0,0 0 0,0 0 16,0 0-16,-7 7 15,0 0-15,7-7 0,-7 7 16,7-7-16,-7 7 0,0 0 16,0 0-16,0 0 0,0 0 0,0 0 15,7 7-15,-7-7 0,0 7 0,7 0 0,-7-7 16,7 7-16,0 0 0,-7-7 0,7 7 0,0 0 0,0 0 16,0 0-16,0 0 0,0 0 0,0 0 0,0 0 0,0 0 15,0 1-15,0-1 0,0 0 0,7 0 0,-7 0 0,0 0 16,7-7-16,-7 7 0,7-7 0,-7 7 0,7-7 0,-7 7 0,7-7 0,0 0 15,-7 7-15,7-7 0,0 0 0,0 0 0,-7 7 0,7-7 16,0 0-16,0 0 0,0 0 0,0 0 0,1 0 16,-1 0-16,0 0 0,0 0 0,0 0 0,0-7 0,0 7 15,0 0-15,-7-7 0,7 0 0,-7 0 0,7 0 16,-7 0-16,7 7 0,-7-7 0,0 0 0,0 0 16,0 0-16,0-1 0,0 1 0,0 0 0,0 0 15,0 0-15,0 0 0,-7 7 0,7-7 0,0 0 16,-7 7-16,0 0 0,7-7 0,-7 7 0,7-7 0,0 0 15,-7 7-15,0 0 0,0-7 0,0 7 0,7-7 16,-7 7-16,0 0 0,-1 0 0,1 0 16,0 0-16,0 0 0,0 0 0,0 0 0,0 0 15,0 0-15,0 0 0,0 0 0,0 0 0,7 7 0,-7-7 0,0 0 16,0 0-16,7 7 0,-7-7 0,0 0 0,7 7 0,-7-7 0,7 7 0,-8-7 0,1 0 16,7 7-16,-7-7 0,0 7 0,0 0 0,0-7 0,7 7 0,0 0 15,-7-7-15,0 7 0,7 0 0,-7-7 0,7 7 16,0 1-16,7-8 47,-7-8-47,7 8 0,-7-7 0,7 0 0,-7 0 15,7 7-15,-7-7 0,0 0 0,7 7 0,0-7 0,-7 0 0,7 7 0,-7-7 16,0 0-16,0 0 0,7 7 0,-7-7 0,0 0 0,8 7 0,-8-7 0,0 0 16,0 0-16,0 0 0,0 0 0,0 0 15,0-1-15,-8 8 16,8-7-16,-7 7 0,0 0 0,7-7 15,-7 7-15,0 0 16,0 0-16,0 0 0,0 0 16,0 0-16,7 7 0,0 0 0,0 1 15,0-1-15,-7-7 0,7 7 0,-7-7 0,7 7 0,0 0 0,0 0 16,0 0-16,0 0 0,0 0 0,0 0 0,0 0 16,0 0-16,0 0 0,0 0 0,0 0 0,0 0 15,0 0-15,7-7 0,-7 7 16,7-7-16,0 0 0,0 0 0,0 0 15,0 0-15,0 0 16,0 0-16,-7-7 0,0 0 16,7 7-16,-7-7 0,0 0 0,0 0 15,0 0-15,7 7 0,-7-7 0,0 0 0,0 0 0,8 0 0,-8 0 16,0 0-16,0 0 0,0 0 0,0 0 16,0 0-16,-8 7 0,8-7 15,0-1-15,-7 8 16,0 0-16,0 0 15,7 8-15,-7-8 0,7 7 16,-7-7-16,7 7 0,-7 0 0,0 0 0,7 0 0,-7-7 0,7 7 16,0 0-16,-7-7 0,0 0 0,7 7 0,0 0 0,-7 0 0,0-7 0,7 7 0,0 0 0,-7-7 15,7 7-15,-7 0 0,7 0 0,-7-7 0,7 7 0,0 0 0,-7-7 16,7 7-16,-7 1 0,7-1 0,0 0 16,7-7 15,0 0-16,0 0-15,0 0 0,0 0 16,0 0-16,-7-7 0,7 7 0,-7-7 0,7 7 0,-7-8 0,7 8 16,0 0-16,-7-7 0,7 7 0,-7-7 0,7 0 15,-7 0-15,0 0 0,7 7 0,-7-7 16,0 0-16,0 0 16,0 0-16,0 0 0,-7 7 15,7-7-15,-7 7 0,0 0 16,0 0-16,0 0 15,0 0-15,7 7 0,0 0 0,0 0 16,-7-7-16,0 7 0,7 0 0,0 0 0,0 0 0,0 0 16,-7-7-16,7 7 0,0 0 0,-7 0 0,7 1 0,0-1 0,0 0 15,0 0-15,0 0 0,0 0 0,0 0 0,0 0 0,0 0 16,0 0-16,7-7 0,-7 7 16,7-7-16,0 0 0,0 0 15,0 0-15,-7-7 0,7 7 16,-7-7-16,7 7 0,-7-7 0,0 0 15,7 0-15,-7 0 0,0 0 0,0 0 16,0 0-16,0 0 0,0-1 0,0 1 16,-7 0-16,0 7 0,7-7 0,-7 7 0,0-7 0,7 0 15,-7 7-15,0 0 0,0-7 0,0 7 0,0-7 0,0 7 0,0 0 16,0 0-16,7-7 0,-8 7 0,1 0 0,0 0 0,0 0 0,7-7 0,-7 7 0,0 0 0,0 0 16,0 0-16,0 0 0,0 0 0,0 0 0,0 0 0,0 0 0,0 0 0,0 0 0,0 0 0,0 0 15,-1 0-15,1 0 0,0 0 0,0 0 0,0 0 0,0 7 0,0-7 0,0 0 16,0 0-16,0 0 0,0 7 0,0-7 0,7 7 0,-7-7 0,0 0 0,0 7 0,0-7 0,0 7 15,0 0-15,0-7 0,7 7 0,-8-7 0,1 7 0,0-7 0,0 7 16,7 1-16,-7-1 0,7 0 0,-7-7 0,7 7 0,0 0 16,0 0-16,0 0 0,-7-7 0,7 7 0,0 0 0,0 0 15,7-7-15,-7 7 0,7-7 0,0 7 0,-7 0 0,7-7 0,-7 7 16,7-7-16,0 0 0,1 0 0,-1 0 0,-7 7 0,7-7 0,0 0 16,-7 7-16,7-7 0,0 0 0,0 0 0,0 0 0,0 0 0,0 0 15,0 0-15,0 0 0,0-7 0,0 7 16,-7-7-16,7 7 0,-7-7 0,7 7 0,-7-7 0,7 7 15,-7-7-15,0 0 0,7 7 0,-7-7 0,0 0 0,7 7 0,-7-7 0,0 0 16,0 0-16,0 0 0,8 0 0,-8 0 0,7 0 0,-7-1 16,0 1-16,0 0 0,0 0 0,0 0 0,0 0 0,0 0 15,0 0-15,0 0 0,0 0 0,0 0 0,0 0 16,0 0-16,-7 7 16,-1 0-1,8 7 1,-7-7-16,7 7 0,0 0 0,0 0 0,-7-7 0,7 7 0,-7-7 0,7 7 15,0 0-15,0 0 0,-7-7 0,7 7 0,0 0 0,0 0 0,0 0 0,0 1 16,0-1-16,-7-7 0,7 7 0,0 0 0,0 0 0,0 0 0,0 0 0,0 0 16,0 0-16,7-7 0,0 0 0,-7 7 0,7-7 0,-7 7 15,7-7-15,0 0 0,1 0 0,-8 7 0,7-7 0,0 0 0,0 0 16,0 0-16,0 0 0,0 0 0,0 0 0,0 0 16,0 0-16,0 0 0,-7-7 0,7 7 0,0-7 0,0 7 0,0 0 15,-7-7-15,7 0 0,0 7 0,1-7 0,-8 0 0,7 0 0,0 7 16,-7-7-16,0 0 0,7 7 0,-7-7 0,0 0 0,7-1 0,-7 1 15,0 0-15,7 7 0,-7-7 0,0 0 0,0 0 0,0 0 16,0 0-16,0 0 0,0 0 0,0 0 0,-7 7 0,7-7 16,-7 7-16,7-7 0,-7 7 0,7-7 0,-7 7 0,7-7 0,0 0 15,-7 7-15,-1 0 0,1 0 0,0 0 16,0 0-16,0 0 0,0 0 0,0 0 16,0 0-16,0 0 0,7 7 0,-7 0 0,0-7 15,0 7-15,7 0 0,-7 0 0,7 0 0,-7-7 0,7 7 0,0 0 16,0 0-16,0 0 0,-7-7 0,7 7 0,0 0 0,0 0 0,-7 0 0,7 0 15,0 1-15,0-1 0,0 0 0,0 0 0,0 0 0,0 0 0,0 0 0,0 0 16,0 0-16,7-7 0,-7 7 0,0 0 0,7-7 0,-7 7 0,7-7 0,-7 7 16,7-7-16,-7 7 0,7-7 0,0 0 0,0 0 0,0 0 0,0 0 15,0 0-15,-7 7 0,7-7 0,0 0 0,0 0 0,0 0 0,0 0 0,1 0 16,-1 0-16,0 0 0,-7-7 0,7 7 0,0 0 0,-7-7 0,7 7 16,-7-7-16,7 7 0,0 0 0,-7-7 0,0 0 0,7 7 15,-7-7-15,7 0 0,-7 0 0,0 0 0,0 0 0,0 0 16,7 0-16,-7 0 0,0 0 0,0-1 0,0 1 15,0 0-15,0 0 0,0 0 0,0 0 0,0 0 16,0 0-16,0 0 0,0 0 0,-7 7 16,7-7-16,-7 7 0,7-7 0,-7 7 0,7-7 0,-7 7 15,0 0-15,0 0 0,0 0 16,0 0-16,0 0 0,0 0 16,-1 0-16,8 7 0,-7-7 0,7 7 0,0 0 0,0 0 15,-7-7-15,7 7 0,-7-7 0,7 7 0,0 0 0,0 0 0,0 0 0,-7-7 0,7 7 0,0 0 16,-7-7-16,7 7 0,0 1 0,-7-1 0,7 0 0,0 0 0,0 0 0,-7 0 0,7 0 15,0 0-15,-7 0 0,7 0 0,0 0 0,0 0 0,0 0 0,0 0 0,0 0 16,0 0-16,0 0 0,0 1 0,7-8 0,-7 7 0,7-7 16,0 0-16,-7 7 0,7-7 0,-7 7 0,7-7 0,0 0 15,0 0-15,0 0 0,1 0 0,-1 0 16,0 0-16,0 0 0,0 0 0,0 0 0,-7-7 0,7 7 0,0 0 16,-7-7-16,7 7 0,0-7 0,-7-1 0,7 8 0,0 0 15,-7-7-15,7 0 0,-7 0 0,7 0 0,-7 0 16,7 7-16,-7-7 0,0 0 0,0 0 0,0 0 0,0 0 15,0 0-15,0 0 0,0 0 0,0 0 0,0 0 16,0 0-16,0-1 0,0 1 0,0 0 16,-7 7-16,7-7 0,0 0 0,-7 0 0,0 7 15,0 0-15,7-7 0,-7 7 0,0 0 0,0 0 16,7-7-16,-7 7 0,0 0 0,0 0 16,0 0-16,0 0 0,7 7 0,-7-7 0,7 7 0,-7-7 15,7 7-15,-8-7 0,1 7 0,7 0 0,-7 0 0,0 0 0,7 1 0,0-1 16,0 0-16,-7-7 0,7 7 0,0 0 0,-7 0 0,7 0 0,0 0 0,-7 0 0,7 0 15,0 0-15,0 0 0,0 0 0,0 0 0,0 0 0,0 0 0,0 0 0,0 1 16,0-1-16,7-7 0,0 7 0,-7 0 0,0 0 16,7-7-16,0 0 0,-7 7 15,7-7-15,0 0 16,1 0-16,-8-7 0,0 0 0,0 0 16,7 7-16,-7-7 0,0 0 0,7 7 0,-7-8 0,0 1 15,0 0-15,7 7 0,-7-7 0,0 0 0,0 0 0,0 0 16,0 0-16,7 7 0,-7-7 0,0 0 0,0 0 0,0 0 0,0 0 0,0 0 15,0 0-15,0 0 0,0 0 0,0-1 0,-7 8 16,7-7-16,0 0 0,-7 7 0,7-7 0,-7 7 0,7-7 16,-7 7-16,-1 0 0,8-7 0,-7 7 0,7-7 0,-7 7 0,0 0 15,0-7-15,0 7 0,0 0 0,0 0 0,0 0 16,0 0-16,0 0 0,0 0 0,0 0 0,0 0 0,0 0 16,0 0-16,0 0 0,-1 0 0,1 0 15,7 7-15,0 0 0,-7-7 0,7 7 0,-7-7 0,7 7 16,-7 0-16,7 0 0,0 0 0,0 1 0,0-1 0,0 0 15,0 0-15,-7-7 0,7 7 0,0 0 0,0 0 0,0 0 16,0 0-16,0 0 0,0 0 0,0 0 0,0 0 0,0 0 0,7 0 16,-7 0-16,7-7 0,-7 7 0,7-7 0,0 0 15,-7 8-15,7-8 0,1 0 0,-1 0 0,0 0 0,0 0 16,0 0-16,0 0 0,0 0 0,0 0 16,0-8-16,0 1 0,-7 0 0,7 7 0,0 0 0,0-7 0,-7 0 15,7 7-15,0-7 0,-7 0 0,7 0 0,0 7 0,-7-7 0,8 7 16,-8-7-16,0 0 0,7 0 0,0 0 0,-7 0 0,0 0 0,7 0 15,-7 0-15,7-1 0,-7 1 0,0 0 0,0 0 0,7 7 16,-7-7-16,0 0 0,0 0 0,0 0 0,0 0 0,0 0 16,0 0-16,-7 7 0,7-7 0,-7 0 0,0 0 15,0 7-15,7-7 0,-7 7 0,-1 0 16,1 0-16,7-7 0,-7 7 0,0 0 0,0 0 16,0 0-16,0 0 0,0 0 0,0 0 0,0 0 15,0 0-15,7 7 0,-7-7 0,7 7 0,-7-7 0,0 7 0,7 0 16,0 0-16,-7-7 0,0 7 0,0 0 0,7 0 0,-8-7 0,8 7 0,0 0 0,-7-7 15,7 7-15,0 0 0,-7-7 0,7 7 0,-7 0 0,0 0 0,7 1 0,0-1 0,-7-7 16,7 7-16,0 0 0,-7 0 0,7 0 0,0 0 0,0 0 0,0 0 0,0 0 16,0 0-16,0 0 0,0 0 0,0 0 0,0 0 15,7-7-15,-7 7 0,0 0 0,7-7 0,0 0 16,-7 8-16,7-1 0,0-7 0,0 0 0,1 0 16,-1 0-16,0 0 0,0 0 0,0 0 15,-7-7-15,7 7 0,0 0 0,0 0 0,-7-8 0,7 8 0,-7-7 0,7 7 0,-7-7 16,7 7-16,0 0 0,-7-7 0,7 7 0,-7-7 0,7 7 0,0-7 0,-7 0 15,0 0-15,7 7 0,0 0 0,-7-7 0,0 0 0,8 7 0,-8-7 16,0 0-16,0 0 0,0 0 0,0 0 0,0 0 16,0 0-16,0-1 15,0 1 1,-8 7 15,1 0-15,0 0-1,0 0 1,0 0 15</inkml:trace>
  <inkml:trace contextRef="#ctx0" brushRef="#br0" timeOffset="14874.208">-656 64 0,'7'0'78,"0"0"-63,0 0 1,0 0-16,-7-7 16,7 7-16,-7-7 46,0 0-30,-7 7 0,0 0-16,0 0 15,0 0-15,7-7 16,-7 7-16,0 0 16,0 0-16,7-7 15,7 7 63,0 0-62,0 0-16,0 0 16,0 0-1,-7-7-15,7 7 16,-7-8-1,0 1-15,0 0 16,-7 7 0,7-7 15,-7 7-31,0 0 0,0 0 31,0 0-31,7 7 16,0 0-1,0 0 1,7-7 78,0 0-79,0 0-15,-7 8 16,7-8-16,-7 7 16,7-7-16,0 0 0,-7 7 0,7-7 15,1 0-15,-8 7 0,0 0 0,7-7 16,0 0-16,-7 7 0,7 0 0,0 0 16,0 0-16,-7 0 15,7-7-15,-7 7 16,0 0-16,7-7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83915" y="3119450"/>
            <a:ext cx="3376168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2603" y="1519555"/>
            <a:ext cx="7098792" cy="3258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01228" y="6393867"/>
            <a:ext cx="332740" cy="30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6913" y="360184"/>
            <a:ext cx="6909282" cy="15619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cs typeface="Times New Roman"/>
              </a:rPr>
              <a:t>МИНОБРНАУКИ</a:t>
            </a:r>
            <a:r>
              <a:rPr sz="1400" spc="-35" dirty="0">
                <a:cs typeface="Times New Roman"/>
              </a:rPr>
              <a:t> </a:t>
            </a:r>
            <a:r>
              <a:rPr sz="1400" dirty="0">
                <a:cs typeface="Times New Roman"/>
              </a:rPr>
              <a:t>РОССИИ</a:t>
            </a:r>
          </a:p>
          <a:p>
            <a:pPr marL="12700" marR="5080" algn="ctr">
              <a:lnSpc>
                <a:spcPct val="100000"/>
              </a:lnSpc>
            </a:pPr>
            <a:r>
              <a:rPr sz="1400" spc="-25" dirty="0">
                <a:cs typeface="Times New Roman"/>
              </a:rPr>
              <a:t>ФЕДЕРАЛЬНОЕ</a:t>
            </a:r>
            <a:r>
              <a:rPr sz="1400" spc="-20" dirty="0">
                <a:cs typeface="Times New Roman"/>
              </a:rPr>
              <a:t> </a:t>
            </a:r>
            <a:r>
              <a:rPr sz="1400" spc="-15" dirty="0">
                <a:cs typeface="Times New Roman"/>
              </a:rPr>
              <a:t>ГОСУДАРСТВЕННОЕ</a:t>
            </a:r>
            <a:r>
              <a:rPr sz="1400" spc="5" dirty="0">
                <a:cs typeface="Times New Roman"/>
              </a:rPr>
              <a:t> </a:t>
            </a:r>
            <a:r>
              <a:rPr sz="1400" spc="-20" dirty="0">
                <a:cs typeface="Times New Roman"/>
              </a:rPr>
              <a:t>БЮДЖЕТНОЕ </a:t>
            </a:r>
            <a:r>
              <a:rPr sz="1400" spc="-35" dirty="0">
                <a:cs typeface="Times New Roman"/>
              </a:rPr>
              <a:t>ОБРАЗОВАТЕЛЬНОЕ </a:t>
            </a:r>
            <a:r>
              <a:rPr sz="1400" spc="-335" dirty="0">
                <a:cs typeface="Times New Roman"/>
              </a:rPr>
              <a:t> </a:t>
            </a:r>
            <a:r>
              <a:rPr sz="1400" spc="-5" dirty="0">
                <a:cs typeface="Times New Roman"/>
              </a:rPr>
              <a:t>УЧРЕЖДЕНИЕ</a:t>
            </a:r>
            <a:r>
              <a:rPr sz="1400" spc="-40" dirty="0">
                <a:cs typeface="Times New Roman"/>
              </a:rPr>
              <a:t> </a:t>
            </a:r>
            <a:r>
              <a:rPr sz="1400" spc="-5" dirty="0">
                <a:cs typeface="Times New Roman"/>
              </a:rPr>
              <a:t>ВЫСШЕГО </a:t>
            </a:r>
            <a:r>
              <a:rPr sz="1400" spc="-35" dirty="0">
                <a:cs typeface="Times New Roman"/>
              </a:rPr>
              <a:t>ОБРАЗОВАНИЯ</a:t>
            </a:r>
            <a:endParaRPr sz="1400" dirty="0">
              <a:cs typeface="Times New Roman"/>
            </a:endParaRPr>
          </a:p>
          <a:p>
            <a:pPr marL="636905" marR="627380" algn="ctr">
              <a:lnSpc>
                <a:spcPct val="100000"/>
              </a:lnSpc>
            </a:pPr>
            <a:r>
              <a:rPr sz="1400" spc="-5" dirty="0">
                <a:cs typeface="Times New Roman"/>
              </a:rPr>
              <a:t>«ВОРОНЕЖСКИЙ </a:t>
            </a:r>
            <a:r>
              <a:rPr sz="1400" spc="-15" dirty="0">
                <a:cs typeface="Times New Roman"/>
              </a:rPr>
              <a:t>ГОСУДАРСТВЕННЫЙ </a:t>
            </a:r>
            <a:r>
              <a:rPr sz="1400" spc="-5" dirty="0">
                <a:cs typeface="Times New Roman"/>
              </a:rPr>
              <a:t>УНИВЕРСИТЕТ» </a:t>
            </a:r>
            <a:r>
              <a:rPr sz="1400" spc="-335" dirty="0">
                <a:cs typeface="Times New Roman"/>
              </a:rPr>
              <a:t> </a:t>
            </a:r>
            <a:r>
              <a:rPr sz="1400" spc="-20" dirty="0">
                <a:cs typeface="Times New Roman"/>
              </a:rPr>
              <a:t>(ФГБОУ </a:t>
            </a:r>
            <a:r>
              <a:rPr sz="1400" dirty="0">
                <a:cs typeface="Times New Roman"/>
              </a:rPr>
              <a:t>ВО </a:t>
            </a:r>
            <a:r>
              <a:rPr sz="1400" spc="-15" dirty="0">
                <a:cs typeface="Times New Roman"/>
              </a:rPr>
              <a:t>«ВГУ»)</a:t>
            </a:r>
            <a:endParaRPr sz="1400" dirty="0">
              <a:cs typeface="Times New Roman"/>
            </a:endParaRPr>
          </a:p>
          <a:p>
            <a:pPr marL="647700" marR="643890" algn="ctr">
              <a:lnSpc>
                <a:spcPct val="100000"/>
              </a:lnSpc>
              <a:spcBef>
                <a:spcPts val="1010"/>
              </a:spcBef>
            </a:pPr>
            <a:r>
              <a:rPr sz="1400" spc="-20" dirty="0">
                <a:cs typeface="Times New Roman"/>
              </a:rPr>
              <a:t>Факультет </a:t>
            </a:r>
            <a:r>
              <a:rPr sz="1400" dirty="0">
                <a:cs typeface="Times New Roman"/>
              </a:rPr>
              <a:t>прикладной </a:t>
            </a:r>
            <a:r>
              <a:rPr sz="1400" spc="-10" dirty="0">
                <a:cs typeface="Times New Roman"/>
              </a:rPr>
              <a:t>математики, </a:t>
            </a:r>
            <a:r>
              <a:rPr sz="1400" spc="-5" dirty="0">
                <a:cs typeface="Times New Roman"/>
              </a:rPr>
              <a:t>информатики </a:t>
            </a:r>
            <a:r>
              <a:rPr sz="1400" dirty="0">
                <a:cs typeface="Times New Roman"/>
              </a:rPr>
              <a:t>и </a:t>
            </a:r>
            <a:r>
              <a:rPr sz="1400" spc="-5" dirty="0" err="1" smtClean="0">
                <a:cs typeface="Times New Roman"/>
              </a:rPr>
              <a:t>механики</a:t>
            </a:r>
            <a:endParaRPr lang="ru-RU" sz="1400" spc="-5" dirty="0" smtClean="0">
              <a:cs typeface="Times New Roman"/>
            </a:endParaRPr>
          </a:p>
          <a:p>
            <a:pPr marL="647700" marR="643890" algn="ctr">
              <a:lnSpc>
                <a:spcPct val="100000"/>
              </a:lnSpc>
              <a:spcBef>
                <a:spcPts val="1010"/>
              </a:spcBef>
            </a:pPr>
            <a:r>
              <a:rPr sz="1400" spc="-335" dirty="0" smtClean="0">
                <a:cs typeface="Times New Roman"/>
              </a:rPr>
              <a:t> </a:t>
            </a:r>
            <a:r>
              <a:rPr lang="ru-RU" sz="1400" spc="-10" dirty="0" smtClean="0">
                <a:cs typeface="Times New Roman"/>
              </a:rPr>
              <a:t>Кафедра математических методов исследования операций</a:t>
            </a:r>
            <a:endParaRPr sz="1400" dirty="0"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0942" y="2722879"/>
            <a:ext cx="6661784" cy="12586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ru-RU" sz="1600" b="1" spc="-15" dirty="0" smtClean="0">
                <a:cs typeface="Times New Roman"/>
              </a:rPr>
              <a:t>Разработка аукциона на основе технологии </a:t>
            </a:r>
            <a:r>
              <a:rPr lang="ru-RU" sz="1600" b="1" spc="-15" dirty="0" err="1" smtClean="0">
                <a:cs typeface="Times New Roman"/>
              </a:rPr>
              <a:t>блокчейн</a:t>
            </a:r>
            <a:endParaRPr sz="1600" dirty="0">
              <a:cs typeface="Times New Roman"/>
            </a:endParaRPr>
          </a:p>
          <a:p>
            <a:pPr>
              <a:lnSpc>
                <a:spcPct val="100000"/>
              </a:lnSpc>
            </a:pPr>
            <a:endParaRPr sz="2400" dirty="0"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ru-RU" sz="1400" spc="-5" dirty="0" smtClean="0">
                <a:cs typeface="Times New Roman"/>
              </a:rPr>
              <a:t>Бакалаврская работа</a:t>
            </a:r>
            <a:endParaRPr sz="1400" dirty="0"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-5" dirty="0" err="1">
                <a:cs typeface="Times New Roman"/>
              </a:rPr>
              <a:t>Направление</a:t>
            </a:r>
            <a:r>
              <a:rPr sz="1400" spc="-5" dirty="0">
                <a:cs typeface="Times New Roman"/>
              </a:rPr>
              <a:t> </a:t>
            </a:r>
            <a:r>
              <a:rPr sz="1400" dirty="0" smtClean="0">
                <a:cs typeface="Times New Roman"/>
              </a:rPr>
              <a:t>01.0</a:t>
            </a:r>
            <a:r>
              <a:rPr lang="ru-RU" sz="1400" dirty="0" smtClean="0">
                <a:cs typeface="Times New Roman"/>
              </a:rPr>
              <a:t>3</a:t>
            </a:r>
            <a:r>
              <a:rPr sz="1400" dirty="0" smtClean="0">
                <a:cs typeface="Times New Roman"/>
              </a:rPr>
              <a:t>.02</a:t>
            </a:r>
            <a:r>
              <a:rPr sz="1400" spc="-35" dirty="0" smtClean="0">
                <a:cs typeface="Times New Roman"/>
              </a:rPr>
              <a:t> </a:t>
            </a:r>
            <a:r>
              <a:rPr sz="1400" dirty="0">
                <a:cs typeface="Times New Roman"/>
              </a:rPr>
              <a:t>Прикладная</a:t>
            </a:r>
            <a:r>
              <a:rPr sz="1400" spc="-25" dirty="0">
                <a:cs typeface="Times New Roman"/>
              </a:rPr>
              <a:t> </a:t>
            </a:r>
            <a:r>
              <a:rPr sz="1400" spc="-10" dirty="0">
                <a:cs typeface="Times New Roman"/>
              </a:rPr>
              <a:t>математика</a:t>
            </a:r>
            <a:r>
              <a:rPr sz="1400" dirty="0">
                <a:cs typeface="Times New Roman"/>
              </a:rPr>
              <a:t> и</a:t>
            </a:r>
            <a:r>
              <a:rPr sz="1400" spc="-15" dirty="0">
                <a:cs typeface="Times New Roman"/>
              </a:rPr>
              <a:t> </a:t>
            </a:r>
            <a:r>
              <a:rPr sz="1400" spc="-10" dirty="0">
                <a:cs typeface="Times New Roman"/>
              </a:rPr>
              <a:t>информатика</a:t>
            </a:r>
            <a:endParaRPr sz="1400" dirty="0"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lang="ru-RU" sz="1300" spc="-10" dirty="0" smtClean="0">
                <a:cs typeface="Times New Roman"/>
              </a:rPr>
              <a:t>Профиль Информационная аналитика и обработка больших данных</a:t>
            </a:r>
            <a:endParaRPr sz="1300" dirty="0"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4756784"/>
            <a:ext cx="111823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cs typeface="Times New Roman"/>
              </a:rPr>
              <a:t>Зав. </a:t>
            </a:r>
            <a:r>
              <a:rPr sz="1400" spc="-5" dirty="0">
                <a:cs typeface="Times New Roman"/>
              </a:rPr>
              <a:t>кафедрой </a:t>
            </a:r>
            <a:r>
              <a:rPr sz="1400" spc="-335" dirty="0">
                <a:cs typeface="Times New Roman"/>
              </a:rPr>
              <a:t> </a:t>
            </a:r>
            <a:r>
              <a:rPr sz="1400" spc="-10" dirty="0">
                <a:cs typeface="Times New Roman"/>
              </a:rPr>
              <a:t>О</a:t>
            </a:r>
            <a:r>
              <a:rPr sz="1400" spc="-45" dirty="0">
                <a:cs typeface="Times New Roman"/>
              </a:rPr>
              <a:t>б</a:t>
            </a:r>
            <a:r>
              <a:rPr sz="1400" spc="-20" dirty="0">
                <a:cs typeface="Times New Roman"/>
              </a:rPr>
              <a:t>у</a:t>
            </a:r>
            <a:r>
              <a:rPr sz="1400" dirty="0">
                <a:cs typeface="Times New Roman"/>
              </a:rPr>
              <a:t>чающийся  </a:t>
            </a:r>
            <a:r>
              <a:rPr sz="1400" spc="-15" dirty="0">
                <a:cs typeface="Times New Roman"/>
              </a:rPr>
              <a:t>Руководитель</a:t>
            </a:r>
            <a:endParaRPr sz="1400" dirty="0"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8801" y="4756784"/>
            <a:ext cx="2520314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cs typeface="Times New Roman"/>
              </a:rPr>
              <a:t>д.т.н.,</a:t>
            </a:r>
            <a:r>
              <a:rPr sz="1400" spc="-30" dirty="0">
                <a:cs typeface="Times New Roman"/>
              </a:rPr>
              <a:t> </a:t>
            </a:r>
            <a:r>
              <a:rPr sz="1400" dirty="0">
                <a:cs typeface="Times New Roman"/>
              </a:rPr>
              <a:t>проф.</a:t>
            </a:r>
            <a:r>
              <a:rPr sz="1400" spc="-45" dirty="0">
                <a:cs typeface="Times New Roman"/>
              </a:rPr>
              <a:t> </a:t>
            </a:r>
            <a:r>
              <a:rPr lang="ru-RU" sz="1400" spc="-10" dirty="0" err="1" smtClean="0">
                <a:cs typeface="Times New Roman"/>
              </a:rPr>
              <a:t>Азарнова</a:t>
            </a:r>
            <a:r>
              <a:rPr sz="1400" spc="-5" dirty="0" smtClean="0">
                <a:cs typeface="Times New Roman"/>
              </a:rPr>
              <a:t> </a:t>
            </a:r>
            <a:r>
              <a:rPr sz="1400" spc="-40" dirty="0" smtClean="0">
                <a:cs typeface="Times New Roman"/>
              </a:rPr>
              <a:t>Т.</a:t>
            </a:r>
            <a:r>
              <a:rPr lang="ru-RU" sz="1400" spc="-40" dirty="0" smtClean="0">
                <a:cs typeface="Times New Roman"/>
              </a:rPr>
              <a:t>В</a:t>
            </a:r>
            <a:r>
              <a:rPr sz="1400" i="1" spc="-40" dirty="0" smtClean="0">
                <a:cs typeface="Times New Roman"/>
              </a:rPr>
              <a:t>.</a:t>
            </a:r>
            <a:endParaRPr sz="1400" dirty="0" smtClean="0">
              <a:cs typeface="Times New Roman"/>
            </a:endParaRPr>
          </a:p>
          <a:p>
            <a:pPr marL="1282065">
              <a:lnSpc>
                <a:spcPct val="100000"/>
              </a:lnSpc>
              <a:spcBef>
                <a:spcPts val="5"/>
              </a:spcBef>
            </a:pPr>
            <a:r>
              <a:rPr lang="ru-RU" sz="1400" spc="-15" dirty="0" smtClean="0">
                <a:cs typeface="Times New Roman"/>
              </a:rPr>
              <a:t>   Лисовский А.В</a:t>
            </a:r>
            <a:r>
              <a:rPr sz="1400" spc="-45" dirty="0" smtClean="0">
                <a:cs typeface="Times New Roman"/>
              </a:rPr>
              <a:t>.</a:t>
            </a:r>
            <a:endParaRPr sz="1400" dirty="0" smtClean="0">
              <a:cs typeface="Times New Roman"/>
            </a:endParaRPr>
          </a:p>
          <a:p>
            <a:pPr marR="7620" algn="r">
              <a:lnSpc>
                <a:spcPct val="100000"/>
              </a:lnSpc>
            </a:pPr>
            <a:r>
              <a:rPr sz="1400" spc="-5" dirty="0" smtClean="0">
                <a:cs typeface="Times New Roman"/>
              </a:rPr>
              <a:t>к.ф</a:t>
            </a:r>
            <a:r>
              <a:rPr sz="1400" spc="-5" dirty="0">
                <a:cs typeface="Times New Roman"/>
              </a:rPr>
              <a:t>.-</a:t>
            </a:r>
            <a:r>
              <a:rPr sz="1400" spc="-5" dirty="0" err="1" smtClean="0">
                <a:cs typeface="Times New Roman"/>
              </a:rPr>
              <a:t>м.н</a:t>
            </a:r>
            <a:r>
              <a:rPr sz="1400" spc="-5" dirty="0" smtClean="0">
                <a:cs typeface="Times New Roman"/>
              </a:rPr>
              <a:t>.</a:t>
            </a:r>
            <a:r>
              <a:rPr lang="ru-RU" sz="1400" spc="-5" dirty="0" smtClean="0">
                <a:cs typeface="Times New Roman"/>
              </a:rPr>
              <a:t>, ст. преп.</a:t>
            </a:r>
            <a:r>
              <a:rPr sz="1400" spc="-40" dirty="0" smtClean="0">
                <a:cs typeface="Times New Roman"/>
              </a:rPr>
              <a:t> </a:t>
            </a:r>
            <a:r>
              <a:rPr lang="ru-RU" sz="1400" spc="-10" dirty="0" smtClean="0">
                <a:cs typeface="Times New Roman"/>
              </a:rPr>
              <a:t>Куркин</a:t>
            </a:r>
            <a:r>
              <a:rPr sz="1400" spc="-10" dirty="0" smtClean="0">
                <a:cs typeface="Times New Roman"/>
              </a:rPr>
              <a:t> </a:t>
            </a:r>
            <a:r>
              <a:rPr lang="ru-RU" sz="1400" spc="-5" dirty="0" smtClean="0">
                <a:cs typeface="Times New Roman"/>
              </a:rPr>
              <a:t>Е</a:t>
            </a:r>
            <a:r>
              <a:rPr sz="1400" spc="-5" dirty="0" smtClean="0">
                <a:cs typeface="Times New Roman"/>
              </a:rPr>
              <a:t>.Н.</a:t>
            </a:r>
            <a:endParaRPr sz="1400" dirty="0"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84497" y="6342075"/>
            <a:ext cx="11741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 err="1">
                <a:latin typeface="Cambria"/>
                <a:cs typeface="Cambria"/>
              </a:rPr>
              <a:t>Воронеж</a:t>
            </a:r>
            <a:r>
              <a:rPr sz="1400" spc="-30" dirty="0">
                <a:latin typeface="Cambria"/>
                <a:cs typeface="Cambria"/>
              </a:rPr>
              <a:t> </a:t>
            </a:r>
            <a:r>
              <a:rPr sz="1400" dirty="0" smtClean="0">
                <a:latin typeface="Cambria"/>
                <a:cs typeface="Cambria"/>
              </a:rPr>
              <a:t>20</a:t>
            </a:r>
            <a:r>
              <a:rPr lang="ru-RU" sz="1400" dirty="0" smtClean="0">
                <a:latin typeface="Cambria"/>
                <a:cs typeface="Cambria"/>
              </a:rPr>
              <a:t>23</a:t>
            </a:r>
            <a:endParaRPr sz="1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056216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9243" y="6393867"/>
            <a:ext cx="20383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ru-RU"/>
            </a:defPPr>
            <a:lvl1pPr marL="38100">
              <a:lnSpc>
                <a:spcPts val="2285"/>
              </a:lnSpc>
              <a:defRPr sz="2200" b="1" i="1">
                <a:cs typeface="Times New Roman"/>
              </a:defRPr>
            </a:lvl1pPr>
          </a:lstStyle>
          <a:p>
            <a:fld id="{81D60167-4931-47E6-BA6A-407CBD079E47}" type="slidenum">
              <a:rPr dirty="0"/>
              <a:pPr/>
              <a:t>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4533"/>
            <a:ext cx="30232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10" dirty="0" smtClean="0">
                <a:latin typeface="+mn-lt"/>
              </a:rPr>
              <a:t>Теория аукционов</a:t>
            </a:r>
            <a:endParaRPr spc="-15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370" y="1076959"/>
            <a:ext cx="7833359" cy="47916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>
                <a:cs typeface="Times New Roman"/>
              </a:rPr>
              <a:t>Аукцион – публичная продажа товаров, ценных бумаг, произведений искусства, и других объектов, которая производится по заранее установленным правилам аукциона</a:t>
            </a:r>
            <a:r>
              <a:rPr lang="ru-RU" sz="2200" dirty="0" smtClean="0">
                <a:cs typeface="Times New Roman"/>
              </a:rPr>
              <a:t>.</a:t>
            </a:r>
          </a:p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endParaRPr lang="ru-RU" sz="2200" dirty="0" smtClean="0">
              <a:cs typeface="Times New Roman"/>
            </a:endParaRPr>
          </a:p>
          <a:p>
            <a:pPr marL="372110" marR="5080">
              <a:lnSpc>
                <a:spcPct val="150000"/>
              </a:lnSpc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>
                <a:cs typeface="Times New Roman"/>
              </a:rPr>
              <a:t>Виды аукционов:</a:t>
            </a:r>
          </a:p>
          <a:p>
            <a:pPr marL="715645" marR="508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>
                <a:cs typeface="Times New Roman"/>
              </a:rPr>
              <a:t>открытый аукцион;</a:t>
            </a:r>
          </a:p>
          <a:p>
            <a:pPr marL="715645" marR="508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>
                <a:cs typeface="Times New Roman"/>
              </a:rPr>
              <a:t>закрытый аукцион;</a:t>
            </a:r>
          </a:p>
          <a:p>
            <a:pPr marL="715645" marR="508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>
                <a:cs typeface="Times New Roman"/>
              </a:rPr>
              <a:t>аукцион первой цены;</a:t>
            </a:r>
          </a:p>
          <a:p>
            <a:pPr marL="715645" marR="508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>
                <a:cs typeface="Times New Roman"/>
              </a:rPr>
              <a:t>аукцион второй цены;</a:t>
            </a:r>
          </a:p>
          <a:p>
            <a:pPr marL="715645" marR="508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>
                <a:cs typeface="Times New Roman"/>
              </a:rPr>
              <a:t>английский аукцион;</a:t>
            </a:r>
          </a:p>
          <a:p>
            <a:pPr marL="715645" marR="508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smtClean="0">
                <a:cs typeface="Times New Roman"/>
              </a:rPr>
              <a:t>голландский </a:t>
            </a:r>
            <a:r>
              <a:rPr lang="ru-RU" sz="2200" dirty="0">
                <a:cs typeface="Times New Roman"/>
              </a:rPr>
              <a:t>аукцион.</a:t>
            </a:r>
          </a:p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endParaRPr lang="ru-RU" sz="2000" spc="-1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750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9243" y="6393867"/>
            <a:ext cx="20383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3</a:t>
            </a:fld>
            <a:endParaRPr sz="2200" b="1" i="1" dirty="0"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4533"/>
            <a:ext cx="30232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 err="1">
                <a:latin typeface="+mn-lt"/>
              </a:rPr>
              <a:t>Цель</a:t>
            </a:r>
            <a:r>
              <a:rPr spc="-20" dirty="0">
                <a:latin typeface="+mn-lt"/>
              </a:rPr>
              <a:t> </a:t>
            </a:r>
            <a:r>
              <a:rPr spc="-15" dirty="0" err="1" smtClean="0">
                <a:latin typeface="+mn-lt"/>
              </a:rPr>
              <a:t>исследования</a:t>
            </a:r>
            <a:endParaRPr spc="-15" dirty="0">
              <a:latin typeface="+mn-lt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474370" y="1076959"/>
            <a:ext cx="7833359" cy="51199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 smtClean="0">
                <a:cs typeface="Times New Roman"/>
              </a:rPr>
              <a:t>Проектирование </a:t>
            </a:r>
            <a:r>
              <a:rPr lang="ru-RU" sz="2200" dirty="0">
                <a:cs typeface="Times New Roman"/>
              </a:rPr>
              <a:t>и разработка онлайн-аукциона на основе технологии </a:t>
            </a:r>
            <a:r>
              <a:rPr lang="ru-RU" sz="2200" dirty="0" err="1">
                <a:cs typeface="Times New Roman"/>
              </a:rPr>
              <a:t>блокчейн</a:t>
            </a:r>
            <a:r>
              <a:rPr lang="ru-RU" sz="2200" dirty="0">
                <a:cs typeface="Times New Roman"/>
              </a:rPr>
              <a:t> с использованием модели машинного обучения для прогнозирования цен на поддержанные автомобили, </a:t>
            </a:r>
            <a:r>
              <a:rPr lang="ru-RU" sz="2200" dirty="0" smtClean="0">
                <a:cs typeface="Times New Roman"/>
              </a:rPr>
              <a:t>выставляемые </a:t>
            </a:r>
            <a:r>
              <a:rPr lang="ru-RU" sz="2200" dirty="0">
                <a:cs typeface="Times New Roman"/>
              </a:rPr>
              <a:t>на </a:t>
            </a:r>
            <a:r>
              <a:rPr lang="ru-RU" sz="2200" dirty="0" smtClean="0">
                <a:cs typeface="Times New Roman"/>
              </a:rPr>
              <a:t>аукционе.</a:t>
            </a:r>
            <a:endParaRPr lang="ru-RU" sz="2200" dirty="0"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  <a:tabLst>
                <a:tab pos="715645" algn="l"/>
                <a:tab pos="716280" algn="l"/>
              </a:tabLst>
            </a:pPr>
            <a:r>
              <a:rPr lang="ru-RU" sz="2800" spc="-10" dirty="0" smtClean="0">
                <a:ea typeface="+mj-ea"/>
                <a:cs typeface="Times New Roman"/>
              </a:rPr>
              <a:t>Задачи</a:t>
            </a:r>
          </a:p>
          <a:p>
            <a:pPr marL="715645" marR="508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spc="-10" dirty="0" smtClean="0">
                <a:cs typeface="Times New Roman"/>
              </a:rPr>
              <a:t>выбор </a:t>
            </a:r>
            <a:r>
              <a:rPr lang="ru-RU" sz="2200" spc="-10" dirty="0">
                <a:cs typeface="Times New Roman"/>
              </a:rPr>
              <a:t>средств </a:t>
            </a:r>
            <a:r>
              <a:rPr lang="ru-RU" sz="2200" spc="-10" dirty="0" smtClean="0">
                <a:cs typeface="Times New Roman"/>
              </a:rPr>
              <a:t>реализации;</a:t>
            </a:r>
            <a:endParaRPr lang="ru-RU" sz="2200" spc="-10" dirty="0">
              <a:cs typeface="Times New Roman"/>
            </a:endParaRPr>
          </a:p>
          <a:p>
            <a:pPr marL="715645" marR="5080" indent="-3435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spc="-10" dirty="0" smtClean="0">
                <a:cs typeface="Times New Roman"/>
              </a:rPr>
              <a:t>анализ </a:t>
            </a:r>
            <a:r>
              <a:rPr lang="ru-RU" sz="2200" spc="-10" dirty="0">
                <a:cs typeface="Times New Roman"/>
              </a:rPr>
              <a:t>функциональности </a:t>
            </a:r>
            <a:r>
              <a:rPr lang="ru-RU" sz="2200" spc="-10" dirty="0" smtClean="0">
                <a:cs typeface="Times New Roman"/>
              </a:rPr>
              <a:t>веб-приложения</a:t>
            </a:r>
            <a:r>
              <a:rPr lang="ru-RU" sz="2200" spc="-10" dirty="0">
                <a:cs typeface="Times New Roman"/>
              </a:rPr>
              <a:t>;</a:t>
            </a:r>
          </a:p>
          <a:p>
            <a:pPr marL="715645" marR="5080" indent="-3435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spc="-10" dirty="0" smtClean="0">
                <a:cs typeface="Times New Roman"/>
              </a:rPr>
              <a:t>написание смарт-контракта;</a:t>
            </a:r>
          </a:p>
          <a:p>
            <a:pPr marL="715645" marR="508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spc="-10" dirty="0" smtClean="0">
                <a:cs typeface="Times New Roman"/>
              </a:rPr>
              <a:t>реализация </a:t>
            </a:r>
            <a:r>
              <a:rPr lang="ru-RU" sz="2200" spc="-10" dirty="0">
                <a:cs typeface="Times New Roman"/>
              </a:rPr>
              <a:t>модели машинного обучения для прогнозирования цен на поддержанные автомобили;</a:t>
            </a:r>
          </a:p>
          <a:p>
            <a:pPr marL="715645" indent="-34417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spc="-10" dirty="0" smtClean="0">
                <a:cs typeface="Times New Roman"/>
              </a:rPr>
              <a:t>разработка </a:t>
            </a:r>
            <a:r>
              <a:rPr lang="ru-RU" sz="2200" spc="-10" dirty="0">
                <a:cs typeface="Times New Roman"/>
              </a:rPr>
              <a:t>и </a:t>
            </a:r>
            <a:r>
              <a:rPr lang="ru-RU" sz="2200" spc="-10" dirty="0" smtClean="0">
                <a:cs typeface="Times New Roman"/>
              </a:rPr>
              <a:t>реализация веб-приложения </a:t>
            </a:r>
            <a:r>
              <a:rPr lang="ru-RU" sz="2200" spc="-10" dirty="0">
                <a:cs typeface="Times New Roman"/>
              </a:rPr>
              <a:t>для проведения аукционов на основе технологии </a:t>
            </a:r>
            <a:r>
              <a:rPr lang="ru-RU" sz="2200" spc="-10" dirty="0" err="1">
                <a:cs typeface="Times New Roman"/>
              </a:rPr>
              <a:t>блокчейн</a:t>
            </a:r>
            <a:r>
              <a:rPr lang="ru-RU" sz="2200" spc="-10" dirty="0">
                <a:cs typeface="Times New Roman"/>
              </a:rPr>
              <a:t>;</a:t>
            </a:r>
          </a:p>
          <a:p>
            <a:pPr marL="715645" indent="-34417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spc="-10" dirty="0" smtClean="0">
                <a:cs typeface="Times New Roman"/>
              </a:rPr>
              <a:t>составление плана тестирования веб-приложения.</a:t>
            </a:r>
            <a:endParaRPr lang="ru-RU" sz="2800" spc="-10" dirty="0" smtClean="0">
              <a:ea typeface="+mj-ea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9243" y="6393867"/>
            <a:ext cx="20383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4</a:t>
            </a:fld>
            <a:endParaRPr sz="2200" b="1" i="1" dirty="0"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4533"/>
            <a:ext cx="737423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15" dirty="0">
                <a:latin typeface="+mn-lt"/>
              </a:rPr>
              <a:t>Результаты анализа существующих решений</a:t>
            </a:r>
            <a:endParaRPr spc="-15" dirty="0">
              <a:latin typeface="+mn-lt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474370" y="1076959"/>
            <a:ext cx="7833359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>
                <a:cs typeface="Times New Roman"/>
              </a:rPr>
              <a:t>Для оценки сервисов была составлена следующая таблица, в которой перечислены преимущества и недостатки каждой из рассмотренных </a:t>
            </a:r>
            <a:r>
              <a:rPr lang="ru-RU" sz="2200" dirty="0" smtClean="0">
                <a:cs typeface="Times New Roman"/>
              </a:rPr>
              <a:t>платформ.</a:t>
            </a:r>
            <a:endParaRPr lang="ru-RU" sz="2200" dirty="0">
              <a:cs typeface="Times New Roman"/>
            </a:endParaRPr>
          </a:p>
        </p:txBody>
      </p:sp>
      <p:graphicFrame>
        <p:nvGraphicFramePr>
          <p:cNvPr id="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530962"/>
              </p:ext>
            </p:extLst>
          </p:nvPr>
        </p:nvGraphicFramePr>
        <p:xfrm>
          <a:off x="474370" y="2590800"/>
          <a:ext cx="7954873" cy="281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2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6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02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45944"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600" dirty="0">
                        <a:latin typeface="+mn-lt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spc="-5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Создание </a:t>
                      </a:r>
                    </a:p>
                    <a:p>
                      <a:pPr algn="ctr"/>
                      <a:r>
                        <a:rPr lang="ru-RU" sz="1600" spc="-5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различного рода лотов </a:t>
                      </a:r>
                      <a:endParaRPr sz="1600" spc="-5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169545" indent="1270" algn="ctr">
                        <a:lnSpc>
                          <a:spcPct val="114999"/>
                        </a:lnSpc>
                        <a:spcBef>
                          <a:spcPts val="55"/>
                        </a:spcBef>
                      </a:pPr>
                      <a:r>
                        <a:rPr lang="ru-RU" sz="1600" spc="-5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Используются смарт-контракты для подтверждения сделок</a:t>
                      </a:r>
                      <a:endParaRPr sz="1600" spc="-5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spc="-5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Для создания лотов необходимо регистрировать отдельный аккаунт продавца</a:t>
                      </a:r>
                      <a:endParaRPr sz="1600" spc="-5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spc="-5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Долгий срок регистрации и верификации </a:t>
                      </a:r>
                      <a:endParaRPr sz="1600" spc="-5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spc="-5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/>
                        </a:rPr>
                        <a:t>Присутствует комиссия с продажи лота</a:t>
                      </a:r>
                      <a:endParaRPr sz="1600" spc="-5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3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en-US" sz="1600" dirty="0" smtClean="0">
                          <a:latin typeface="+mn-lt"/>
                          <a:cs typeface="Times New Roman"/>
                        </a:rPr>
                        <a:t>Auction.ru</a:t>
                      </a:r>
                      <a:endParaRPr sz="1600" dirty="0">
                        <a:latin typeface="+mn-lt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sz="1600" dirty="0">
                        <a:latin typeface="+mn-lt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endParaRPr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6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en-US" sz="1600" dirty="0" smtClean="0">
                          <a:latin typeface="+mn-lt"/>
                          <a:cs typeface="Times New Roman"/>
                        </a:rPr>
                        <a:t>Ebay.com</a:t>
                      </a:r>
                      <a:endParaRPr sz="1600" dirty="0">
                        <a:latin typeface="+mn-lt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46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Opensea.io</a:t>
                      </a:r>
                      <a:endParaRPr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endParaRPr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766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9243" y="6393867"/>
            <a:ext cx="20383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5</a:t>
            </a:fld>
            <a:endParaRPr sz="2200" b="1" i="1" dirty="0"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4533"/>
            <a:ext cx="737423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ru-RU" spc="-15" dirty="0">
                <a:latin typeface="+mn-lt"/>
              </a:rPr>
              <a:t>Средства реализации</a:t>
            </a:r>
            <a:endParaRPr spc="-15" dirty="0">
              <a:latin typeface="+mn-lt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474370" y="1076959"/>
            <a:ext cx="7833359" cy="5202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5645" marR="5080" lvl="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spc="-10" dirty="0" smtClean="0">
                <a:cs typeface="Times New Roman"/>
              </a:rPr>
              <a:t>среды </a:t>
            </a:r>
            <a:r>
              <a:rPr lang="ru-RU" sz="2200" spc="-10" dirty="0">
                <a:cs typeface="Times New Roman"/>
              </a:rPr>
              <a:t>разработки </a:t>
            </a:r>
            <a:r>
              <a:rPr lang="ru-RU" sz="2200" spc="-10" dirty="0" err="1" smtClean="0">
                <a:cs typeface="Times New Roman"/>
              </a:rPr>
              <a:t>WebStorm</a:t>
            </a:r>
            <a:r>
              <a:rPr lang="ru-RU" sz="2200" spc="-10" dirty="0" smtClean="0">
                <a:cs typeface="Times New Roman"/>
              </a:rPr>
              <a:t> и </a:t>
            </a:r>
            <a:r>
              <a:rPr lang="en-US" sz="2200" spc="-10" dirty="0" err="1">
                <a:cs typeface="Times New Roman"/>
              </a:rPr>
              <a:t>PyCharm</a:t>
            </a:r>
            <a:r>
              <a:rPr lang="ru-RU" sz="2200" spc="-10" dirty="0" smtClean="0">
                <a:cs typeface="Times New Roman"/>
              </a:rPr>
              <a:t>;</a:t>
            </a:r>
          </a:p>
          <a:p>
            <a:pPr marL="715645" marR="508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spc="-10" dirty="0" smtClean="0">
                <a:cs typeface="Times New Roman"/>
              </a:rPr>
              <a:t>языки </a:t>
            </a:r>
            <a:r>
              <a:rPr lang="ru-RU" sz="2200" spc="-10" dirty="0">
                <a:cs typeface="Times New Roman"/>
              </a:rPr>
              <a:t>программирования </a:t>
            </a:r>
            <a:r>
              <a:rPr lang="en-US" sz="2200" spc="-10" dirty="0" err="1" smtClean="0">
                <a:cs typeface="Times New Roman"/>
              </a:rPr>
              <a:t>TypeScript</a:t>
            </a:r>
            <a:r>
              <a:rPr lang="ru-RU" sz="2200" spc="-10" dirty="0" smtClean="0">
                <a:cs typeface="Times New Roman"/>
              </a:rPr>
              <a:t> и </a:t>
            </a:r>
            <a:r>
              <a:rPr lang="en-US" sz="2200" spc="-10" dirty="0">
                <a:cs typeface="Times New Roman"/>
              </a:rPr>
              <a:t>Python</a:t>
            </a:r>
            <a:r>
              <a:rPr lang="en-US" sz="2200" spc="-10" dirty="0" smtClean="0">
                <a:cs typeface="Times New Roman"/>
              </a:rPr>
              <a:t>;</a:t>
            </a:r>
            <a:endParaRPr lang="ru-RU" sz="2200" spc="-10" dirty="0">
              <a:cs typeface="Times New Roman"/>
            </a:endParaRPr>
          </a:p>
          <a:p>
            <a:pPr marL="715645" marR="508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en-US" sz="2200" spc="-10" dirty="0" smtClean="0">
                <a:cs typeface="Times New Roman"/>
              </a:rPr>
              <a:t>NEAR </a:t>
            </a:r>
            <a:r>
              <a:rPr lang="en-US" sz="2200" spc="-10" dirty="0">
                <a:cs typeface="Times New Roman"/>
              </a:rPr>
              <a:t>Protocol</a:t>
            </a:r>
            <a:r>
              <a:rPr lang="ru-RU" sz="2200" spc="-10" dirty="0">
                <a:cs typeface="Times New Roman"/>
              </a:rPr>
              <a:t> – </a:t>
            </a:r>
            <a:r>
              <a:rPr lang="ru-RU" sz="2200" spc="-10" dirty="0" err="1">
                <a:cs typeface="Times New Roman"/>
              </a:rPr>
              <a:t>блокчейн</a:t>
            </a:r>
            <a:r>
              <a:rPr lang="ru-RU" sz="2200" spc="-10" dirty="0">
                <a:cs typeface="Times New Roman"/>
              </a:rPr>
              <a:t>-платформа для разработки децентрализованных приложений</a:t>
            </a:r>
            <a:r>
              <a:rPr lang="en-US" sz="2200" spc="-10" dirty="0">
                <a:cs typeface="Times New Roman"/>
              </a:rPr>
              <a:t>;</a:t>
            </a:r>
            <a:endParaRPr lang="ru-RU" sz="2200" spc="-10" dirty="0">
              <a:cs typeface="Times New Roman"/>
            </a:endParaRPr>
          </a:p>
          <a:p>
            <a:pPr marL="715645" marR="5080" lvl="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spc="-10" dirty="0" err="1">
                <a:cs typeface="Times New Roman"/>
              </a:rPr>
              <a:t>React</a:t>
            </a:r>
            <a:r>
              <a:rPr lang="ru-RU" sz="2200" spc="-10" dirty="0">
                <a:cs typeface="Times New Roman"/>
              </a:rPr>
              <a:t> – </a:t>
            </a:r>
            <a:r>
              <a:rPr lang="ru-RU" sz="2200" spc="-10" dirty="0" err="1">
                <a:cs typeface="Times New Roman"/>
              </a:rPr>
              <a:t>JavaScript</a:t>
            </a:r>
            <a:r>
              <a:rPr lang="ru-RU" sz="2200" spc="-10" dirty="0">
                <a:cs typeface="Times New Roman"/>
              </a:rPr>
              <a:t>-библиотека с открытым исходным кодом для разработки пользовательских интерфейсов;</a:t>
            </a:r>
          </a:p>
          <a:p>
            <a:pPr marL="715645" marR="508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en-US" sz="2200" spc="-10" dirty="0">
                <a:cs typeface="Times New Roman"/>
              </a:rPr>
              <a:t>Pickle </a:t>
            </a:r>
            <a:r>
              <a:rPr lang="ru-RU" sz="2200" spc="-10" dirty="0">
                <a:cs typeface="Times New Roman"/>
              </a:rPr>
              <a:t>– </a:t>
            </a:r>
            <a:r>
              <a:rPr lang="en-US" sz="2200" spc="-10" dirty="0">
                <a:cs typeface="Times New Roman"/>
              </a:rPr>
              <a:t>Python</a:t>
            </a:r>
            <a:r>
              <a:rPr lang="ru-RU" sz="2200" spc="-10" dirty="0">
                <a:cs typeface="Times New Roman"/>
              </a:rPr>
              <a:t>-библиотека для </a:t>
            </a:r>
            <a:r>
              <a:rPr lang="ru-RU" sz="2200" spc="-10" dirty="0" err="1">
                <a:cs typeface="Times New Roman"/>
              </a:rPr>
              <a:t>сериализации</a:t>
            </a:r>
            <a:r>
              <a:rPr lang="ru-RU" sz="2200" spc="-10" dirty="0">
                <a:cs typeface="Times New Roman"/>
              </a:rPr>
              <a:t> и </a:t>
            </a:r>
            <a:r>
              <a:rPr lang="ru-RU" sz="2200" spc="-10" dirty="0" err="1">
                <a:cs typeface="Times New Roman"/>
              </a:rPr>
              <a:t>десериализации</a:t>
            </a:r>
            <a:r>
              <a:rPr lang="ru-RU" sz="2200" spc="-10" dirty="0">
                <a:cs typeface="Times New Roman"/>
              </a:rPr>
              <a:t> объектов </a:t>
            </a:r>
            <a:r>
              <a:rPr lang="en-US" sz="2200" spc="-10" dirty="0">
                <a:cs typeface="Times New Roman"/>
              </a:rPr>
              <a:t>Python</a:t>
            </a:r>
            <a:r>
              <a:rPr lang="ru-RU" sz="2200" spc="-10" dirty="0">
                <a:cs typeface="Times New Roman"/>
              </a:rPr>
              <a:t>;</a:t>
            </a:r>
          </a:p>
          <a:p>
            <a:pPr marL="715645" marR="5080" lvl="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en-US" sz="2200" spc="-10" dirty="0" err="1">
                <a:cs typeface="Times New Roman"/>
              </a:rPr>
              <a:t>Scikit</a:t>
            </a:r>
            <a:r>
              <a:rPr lang="ru-RU" sz="2200" spc="-10" dirty="0">
                <a:cs typeface="Times New Roman"/>
              </a:rPr>
              <a:t>-</a:t>
            </a:r>
            <a:r>
              <a:rPr lang="en-US" sz="2200" spc="-10" dirty="0">
                <a:cs typeface="Times New Roman"/>
              </a:rPr>
              <a:t>Learn</a:t>
            </a:r>
            <a:r>
              <a:rPr lang="ru-RU" sz="2200" spc="-10" dirty="0">
                <a:cs typeface="Times New Roman"/>
              </a:rPr>
              <a:t> – </a:t>
            </a:r>
            <a:r>
              <a:rPr lang="en-US" sz="2200" spc="-10" dirty="0">
                <a:cs typeface="Times New Roman"/>
              </a:rPr>
              <a:t>Python</a:t>
            </a:r>
            <a:r>
              <a:rPr lang="ru-RU" sz="2200" spc="-10" dirty="0">
                <a:cs typeface="Times New Roman"/>
              </a:rPr>
              <a:t>-библиотека, предназначенная для машинного </a:t>
            </a:r>
            <a:r>
              <a:rPr lang="ru-RU" sz="2200" spc="-10" dirty="0" smtClean="0">
                <a:cs typeface="Times New Roman"/>
              </a:rPr>
              <a:t>обучения;</a:t>
            </a:r>
            <a:endParaRPr lang="ru-RU" sz="2200" spc="-10" dirty="0">
              <a:cs typeface="Times New Roman"/>
            </a:endParaRPr>
          </a:p>
          <a:p>
            <a:pPr marL="715645" marR="508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spc="-10" dirty="0" err="1" smtClean="0">
                <a:cs typeface="Times New Roman"/>
              </a:rPr>
              <a:t>ExpressJS</a:t>
            </a:r>
            <a:r>
              <a:rPr lang="ru-RU" sz="2200" spc="-10" dirty="0">
                <a:cs typeface="Times New Roman"/>
              </a:rPr>
              <a:t>  </a:t>
            </a:r>
            <a:r>
              <a:rPr lang="ru-RU" sz="2200" spc="-10" dirty="0" smtClean="0">
                <a:cs typeface="Times New Roman"/>
              </a:rPr>
              <a:t>–</a:t>
            </a:r>
            <a:r>
              <a:rPr lang="en-US" sz="2200" spc="-10" dirty="0" smtClean="0">
                <a:cs typeface="Times New Roman"/>
              </a:rPr>
              <a:t> </a:t>
            </a:r>
            <a:r>
              <a:rPr lang="ru-RU" sz="2200" spc="-10" dirty="0" err="1" smtClean="0">
                <a:cs typeface="Times New Roman"/>
              </a:rPr>
              <a:t>фреймворк</a:t>
            </a:r>
            <a:r>
              <a:rPr lang="ru-RU" sz="2200" spc="-10" dirty="0" smtClean="0">
                <a:cs typeface="Times New Roman"/>
              </a:rPr>
              <a:t> </a:t>
            </a:r>
            <a:r>
              <a:rPr lang="ru-RU" sz="2200" spc="-10" dirty="0">
                <a:cs typeface="Times New Roman"/>
              </a:rPr>
              <a:t>для </a:t>
            </a:r>
            <a:r>
              <a:rPr lang="en-US" sz="2200" spc="-10" dirty="0" smtClean="0">
                <a:cs typeface="Times New Roman"/>
              </a:rPr>
              <a:t>Node.js </a:t>
            </a:r>
            <a:r>
              <a:rPr lang="ru-RU" sz="2200" spc="-10" dirty="0" smtClean="0">
                <a:cs typeface="Times New Roman"/>
              </a:rPr>
              <a:t>для создания </a:t>
            </a:r>
            <a:r>
              <a:rPr lang="ru-RU" sz="2200" spc="-10" dirty="0">
                <a:cs typeface="Times New Roman"/>
              </a:rPr>
              <a:t>веб-приложений и </a:t>
            </a:r>
            <a:r>
              <a:rPr lang="ru-RU" sz="2200" spc="-10" dirty="0" smtClean="0">
                <a:cs typeface="Times New Roman"/>
              </a:rPr>
              <a:t>API</a:t>
            </a:r>
            <a:r>
              <a:rPr lang="en-US" sz="2200" spc="-10" dirty="0">
                <a:cs typeface="Times New Roman"/>
              </a:rPr>
              <a:t>;</a:t>
            </a:r>
            <a:endParaRPr lang="en-US" sz="2200" spc="-10" dirty="0" smtClean="0">
              <a:cs typeface="Times New Roman"/>
            </a:endParaRPr>
          </a:p>
          <a:p>
            <a:pPr marL="715645" marR="5080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en-US" sz="2200" spc="-10" dirty="0">
                <a:cs typeface="Times New Roman"/>
              </a:rPr>
              <a:t>Flask </a:t>
            </a:r>
            <a:r>
              <a:rPr lang="ru-RU" sz="2200" spc="-10" dirty="0">
                <a:cs typeface="Times New Roman"/>
              </a:rPr>
              <a:t>–</a:t>
            </a:r>
            <a:r>
              <a:rPr lang="en-US" sz="2200" spc="-10" dirty="0">
                <a:cs typeface="Times New Roman"/>
              </a:rPr>
              <a:t> </a:t>
            </a:r>
            <a:r>
              <a:rPr lang="ru-RU" sz="2200" spc="-10" dirty="0" err="1">
                <a:cs typeface="Times New Roman"/>
              </a:rPr>
              <a:t>фреймворк</a:t>
            </a:r>
            <a:r>
              <a:rPr lang="ru-RU" sz="2200" spc="-10" dirty="0">
                <a:cs typeface="Times New Roman"/>
              </a:rPr>
              <a:t> для создания веб-приложений на языке программирования </a:t>
            </a:r>
            <a:r>
              <a:rPr lang="ru-RU" sz="2200" spc="-10" dirty="0" err="1" smtClean="0">
                <a:cs typeface="Times New Roman"/>
              </a:rPr>
              <a:t>Python</a:t>
            </a:r>
            <a:r>
              <a:rPr lang="en-US" sz="2200" spc="-10" dirty="0">
                <a:cs typeface="Times New Roman"/>
              </a:rPr>
              <a:t>.</a:t>
            </a:r>
            <a:endParaRPr lang="ru-RU" sz="2200" spc="-1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93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9243" y="6393867"/>
            <a:ext cx="20383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6</a:t>
            </a:fld>
            <a:endParaRPr sz="2200" b="1" i="1" dirty="0"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4533"/>
            <a:ext cx="737423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15" dirty="0">
                <a:latin typeface="+mn-lt"/>
              </a:rPr>
              <a:t>Архитектура веб-приложения</a:t>
            </a:r>
            <a:endParaRPr spc="-15" dirty="0">
              <a:latin typeface="+mn-lt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474370" y="1076959"/>
            <a:ext cx="7833359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 smtClean="0">
                <a:cs typeface="Times New Roman"/>
              </a:rPr>
              <a:t>В </a:t>
            </a:r>
            <a:r>
              <a:rPr lang="ru-RU" sz="2200" dirty="0">
                <a:cs typeface="Times New Roman"/>
              </a:rPr>
              <a:t>данном обобщенном описании уделяется внимание основным этапам процесса, без углубления в детали реализации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474371" y="2285443"/>
            <a:ext cx="7833358" cy="41084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057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9243" y="6393867"/>
            <a:ext cx="20383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7</a:t>
            </a:fld>
            <a:endParaRPr sz="2200" b="1" i="1" dirty="0"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4533"/>
            <a:ext cx="737423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dirty="0" smtClean="0">
                <a:latin typeface="+mn-lt"/>
              </a:rPr>
              <a:t>UML</a:t>
            </a:r>
            <a:r>
              <a:rPr lang="ru-RU" spc="-10" dirty="0" smtClean="0">
                <a:latin typeface="+mn-lt"/>
              </a:rPr>
              <a:t>-диаграмм</a:t>
            </a:r>
            <a:r>
              <a:rPr lang="ru-RU" spc="-10" dirty="0">
                <a:latin typeface="+mn-lt"/>
              </a:rPr>
              <a:t>а</a:t>
            </a:r>
            <a:endParaRPr spc="-15" dirty="0">
              <a:latin typeface="+mn-lt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474370" y="1076959"/>
            <a:ext cx="783335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 smtClean="0">
                <a:cs typeface="Times New Roman"/>
              </a:rPr>
              <a:t>Рассмотрим </a:t>
            </a:r>
            <a:r>
              <a:rPr lang="ru-RU" sz="2200" dirty="0">
                <a:cs typeface="Times New Roman"/>
              </a:rPr>
              <a:t>пример UML-диаграммы последовательности процесса создания аукциона</a:t>
            </a:r>
          </a:p>
        </p:txBody>
      </p:sp>
      <p:grpSp>
        <p:nvGrpSpPr>
          <p:cNvPr id="7" name="Полотно 2"/>
          <p:cNvGrpSpPr/>
          <p:nvPr/>
        </p:nvGrpSpPr>
        <p:grpSpPr>
          <a:xfrm>
            <a:off x="474369" y="1946889"/>
            <a:ext cx="7833359" cy="4446978"/>
            <a:chOff x="0" y="0"/>
            <a:chExt cx="5868001" cy="2946400"/>
          </a:xfrm>
        </p:grpSpPr>
        <p:sp>
          <p:nvSpPr>
            <p:cNvPr id="9" name="Прямоугольник 8"/>
            <p:cNvSpPr/>
            <p:nvPr/>
          </p:nvSpPr>
          <p:spPr>
            <a:xfrm>
              <a:off x="0" y="0"/>
              <a:ext cx="5867400" cy="29464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sp>
        <p:sp>
          <p:nvSpPr>
            <p:cNvPr id="11" name="Надпись 3"/>
            <p:cNvSpPr txBox="1"/>
            <p:nvPr/>
          </p:nvSpPr>
          <p:spPr>
            <a:xfrm>
              <a:off x="1927739" y="167378"/>
              <a:ext cx="1263232" cy="442222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bg1"/>
              </a:solidFill>
            </a:ln>
          </p:spPr>
          <p:txBody>
            <a:bodyPr rot="0" spcFirstLastPara="0" vert="horz" wrap="square" lIns="84201" tIns="42101" rIns="84201" bIns="4210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200" dirty="0">
                  <a:solidFill>
                    <a:srgbClr val="FFFFFF"/>
                  </a:solidFill>
                  <a:effectLst/>
                  <a:latin typeface="Courier New" panose="02070309020205020404" pitchFamily="49" charset="0"/>
                  <a:ea typeface="Calibri" panose="020F0502020204030204" pitchFamily="34" charset="0"/>
                </a:rPr>
                <a:t>Backend</a:t>
              </a:r>
              <a:r>
                <a:rPr lang="ru-RU" sz="1200" dirty="0">
                  <a:solidFill>
                    <a:srgbClr val="FFFFFF"/>
                  </a:solidFill>
                  <a:effectLst/>
                  <a:latin typeface="Courier New" panose="02070309020205020404" pitchFamily="49" charset="0"/>
                  <a:ea typeface="Calibri" panose="020F0502020204030204" pitchFamily="34" charset="0"/>
                </a:rPr>
                <a:t>-сервер</a:t>
              </a:r>
              <a:endPara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indent="450215" algn="just">
                <a:lnSpc>
                  <a:spcPct val="150000"/>
                </a:lnSpc>
                <a:spcAft>
                  <a:spcPts val="0"/>
                </a:spcAft>
              </a:pPr>
              <a:r>
                <a:rPr lang="en-US" sz="1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 </a:t>
              </a:r>
              <a:endPara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  <p:sp>
          <p:nvSpPr>
            <p:cNvPr id="12" name="Надпись 3"/>
            <p:cNvSpPr txBox="1"/>
            <p:nvPr/>
          </p:nvSpPr>
          <p:spPr>
            <a:xfrm>
              <a:off x="3822325" y="166958"/>
              <a:ext cx="1263232" cy="44252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bg1"/>
              </a:solidFill>
            </a:ln>
          </p:spPr>
          <p:txBody>
            <a:bodyPr rot="0" spcFirstLastPara="0" vert="horz" wrap="square" lIns="84201" tIns="42101" rIns="84201" bIns="4210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ru-RU" sz="1200">
                  <a:solidFill>
                    <a:srgbClr val="FFFFFF"/>
                  </a:solidFill>
                  <a:effectLst/>
                  <a:latin typeface="Courier New" panose="02070309020205020404" pitchFamily="49" charset="0"/>
                  <a:ea typeface="Times New Roman" panose="02020603050405020304" pitchFamily="18" charset="0"/>
                </a:rPr>
                <a:t>Смарт-</a:t>
              </a:r>
              <a:r>
                <a:rPr lang="ru-RU" sz="1200">
                  <a:solidFill>
                    <a:srgbClr val="FFFFFF"/>
                  </a:solidFill>
                  <a:effectLst/>
                  <a:latin typeface="Courier New" panose="02070309020205020404" pitchFamily="49" charset="0"/>
                  <a:ea typeface="Calibri" panose="020F0502020204030204" pitchFamily="34" charset="0"/>
                </a:rPr>
                <a:t>контракт</a:t>
              </a:r>
              <a:endParaRPr lang="ru-RU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3" name="Прямая соединительная линия 12"/>
            <p:cNvCxnSpPr/>
            <p:nvPr/>
          </p:nvCxnSpPr>
          <p:spPr>
            <a:xfrm flipH="1">
              <a:off x="673234" y="609372"/>
              <a:ext cx="10592" cy="2336477"/>
            </a:xfrm>
            <a:prstGeom prst="line">
              <a:avLst/>
            </a:prstGeom>
            <a:ln w="9525" cap="flat" cmpd="sng" algn="ctr">
              <a:solidFill>
                <a:schemeClr val="accent5"/>
              </a:solidFill>
              <a:prstDash val="lg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/>
            <p:cNvCxnSpPr>
              <a:stCxn id="11" idx="2"/>
            </p:cNvCxnSpPr>
            <p:nvPr/>
          </p:nvCxnSpPr>
          <p:spPr>
            <a:xfrm flipH="1">
              <a:off x="2517760" y="609600"/>
              <a:ext cx="41596" cy="2336800"/>
            </a:xfrm>
            <a:prstGeom prst="line">
              <a:avLst/>
            </a:prstGeom>
            <a:ln w="9525" cap="flat" cmpd="sng" algn="ctr">
              <a:solidFill>
                <a:schemeClr val="accent5"/>
              </a:solidFill>
              <a:prstDash val="lg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/>
            <p:cNvCxnSpPr/>
            <p:nvPr/>
          </p:nvCxnSpPr>
          <p:spPr>
            <a:xfrm>
              <a:off x="4447049" y="605677"/>
              <a:ext cx="454" cy="2340172"/>
            </a:xfrm>
            <a:prstGeom prst="line">
              <a:avLst/>
            </a:prstGeom>
            <a:ln w="9525" cap="flat" cmpd="sng" algn="ctr">
              <a:solidFill>
                <a:schemeClr val="accent5"/>
              </a:solidFill>
              <a:prstDash val="lg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/>
            <p:cNvCxnSpPr/>
            <p:nvPr/>
          </p:nvCxnSpPr>
          <p:spPr>
            <a:xfrm>
              <a:off x="683686" y="948512"/>
              <a:ext cx="17958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Прямоугольник 17"/>
            <p:cNvSpPr/>
            <p:nvPr/>
          </p:nvSpPr>
          <p:spPr>
            <a:xfrm>
              <a:off x="2479806" y="948512"/>
              <a:ext cx="130878" cy="16003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4201" tIns="42101" rIns="84201" bIns="4210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cxnSp>
          <p:nvCxnSpPr>
            <p:cNvPr id="19" name="Прямая со стрелкой 18"/>
            <p:cNvCxnSpPr>
              <a:stCxn id="18" idx="2"/>
            </p:cNvCxnSpPr>
            <p:nvPr/>
          </p:nvCxnSpPr>
          <p:spPr>
            <a:xfrm flipH="1" flipV="1">
              <a:off x="658035" y="2548413"/>
              <a:ext cx="1887210" cy="476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Надпись 6"/>
            <p:cNvSpPr txBox="1"/>
            <p:nvPr/>
          </p:nvSpPr>
          <p:spPr>
            <a:xfrm>
              <a:off x="673441" y="2300406"/>
              <a:ext cx="236804" cy="2956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none" lIns="84201" tIns="42101" rIns="84201" bIns="4210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100"/>
                </a:spcAft>
              </a:pPr>
              <a:r>
                <a:rPr lang="ru-RU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 </a:t>
              </a:r>
              <a:endParaRPr lang="ru-RU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4394425" y="1177291"/>
              <a:ext cx="105269" cy="11425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84201" tIns="42101" rIns="84201" bIns="4210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cxnSp>
          <p:nvCxnSpPr>
            <p:cNvPr id="22" name="Прямая со стрелкой 21"/>
            <p:cNvCxnSpPr/>
            <p:nvPr/>
          </p:nvCxnSpPr>
          <p:spPr>
            <a:xfrm>
              <a:off x="2611583" y="1176851"/>
              <a:ext cx="17819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 стрелкой 22"/>
            <p:cNvCxnSpPr>
              <a:stCxn id="21" idx="2"/>
            </p:cNvCxnSpPr>
            <p:nvPr/>
          </p:nvCxnSpPr>
          <p:spPr>
            <a:xfrm flipH="1" flipV="1">
              <a:off x="2584548" y="2319423"/>
              <a:ext cx="1862506" cy="434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Надпись 6"/>
            <p:cNvSpPr txBox="1"/>
            <p:nvPr/>
          </p:nvSpPr>
          <p:spPr>
            <a:xfrm>
              <a:off x="2610685" y="1233955"/>
              <a:ext cx="1421036" cy="40058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none" lIns="84201" tIns="42101" rIns="84201" bIns="4210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ru-RU" sz="1200" dirty="0" smtClean="0">
                  <a:effectLst/>
                  <a:latin typeface="Courier New" panose="02070309020205020404" pitchFamily="49" charset="0"/>
                  <a:ea typeface="Calibri" panose="020F0502020204030204" pitchFamily="34" charset="0"/>
                </a:rPr>
                <a:t>Инициализирование </a:t>
              </a:r>
              <a:endPara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just">
                <a:spcAft>
                  <a:spcPts val="0"/>
                </a:spcAft>
              </a:pPr>
              <a:r>
                <a:rPr lang="ru-RU" sz="1200" dirty="0" smtClean="0">
                  <a:effectLst/>
                  <a:latin typeface="Courier New" panose="02070309020205020404" pitchFamily="49" charset="0"/>
                  <a:ea typeface="Calibri" panose="020F0502020204030204" pitchFamily="34" charset="0"/>
                </a:rPr>
                <a:t>аукциона</a:t>
              </a:r>
              <a:endPara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5" name="Надпись 6"/>
            <p:cNvSpPr txBox="1"/>
            <p:nvPr/>
          </p:nvSpPr>
          <p:spPr>
            <a:xfrm>
              <a:off x="4785957" y="1581276"/>
              <a:ext cx="1082044" cy="55845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="horz" wrap="none" lIns="84201" tIns="42101" rIns="84201" bIns="42101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ru-RU" sz="1200" dirty="0">
                  <a:effectLst/>
                  <a:latin typeface="Courier New" panose="02070309020205020404" pitchFamily="49" charset="0"/>
                  <a:ea typeface="Calibri" panose="020F0502020204030204" pitchFamily="34" charset="0"/>
                </a:rPr>
                <a:t>Сохранение</a:t>
              </a:r>
              <a:endPara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just">
                <a:spcAft>
                  <a:spcPts val="0"/>
                </a:spcAft>
              </a:pPr>
              <a:r>
                <a:rPr lang="ru-RU" sz="1200" dirty="0">
                  <a:effectLst/>
                  <a:latin typeface="Courier New" panose="02070309020205020404" pitchFamily="49" charset="0"/>
                  <a:ea typeface="Calibri" panose="020F0502020204030204" pitchFamily="34" charset="0"/>
                </a:rPr>
                <a:t>данных</a:t>
              </a:r>
              <a:endPara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algn="just">
                <a:spcAft>
                  <a:spcPts val="0"/>
                </a:spcAft>
              </a:pPr>
              <a:r>
                <a:rPr lang="ru-RU" sz="1200" dirty="0">
                  <a:effectLst/>
                  <a:latin typeface="Courier New" panose="02070309020205020404" pitchFamily="49" charset="0"/>
                  <a:ea typeface="Calibri" panose="020F0502020204030204" pitchFamily="34" charset="0"/>
                </a:rPr>
                <a:t>аукциона</a:t>
              </a:r>
              <a:endPara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6" name="Соединительная линия уступом 25"/>
            <p:cNvCxnSpPr/>
            <p:nvPr/>
          </p:nvCxnSpPr>
          <p:spPr>
            <a:xfrm flipH="1">
              <a:off x="4514281" y="1676336"/>
              <a:ext cx="32166" cy="415230"/>
            </a:xfrm>
            <a:prstGeom prst="bentConnector4">
              <a:avLst>
                <a:gd name="adj1" fmla="val -753721"/>
                <a:gd name="adj2" fmla="val 99999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Надпись 3"/>
          <p:cNvSpPr txBox="1"/>
          <p:nvPr/>
        </p:nvSpPr>
        <p:spPr>
          <a:xfrm>
            <a:off x="543879" y="2182263"/>
            <a:ext cx="1686324" cy="667442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bg1"/>
            </a:solidFill>
          </a:ln>
        </p:spPr>
        <p:txBody>
          <a:bodyPr rot="0" spcFirstLastPara="0" vert="horz" wrap="square" lIns="84201" tIns="42101" rIns="84201" bIns="4210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sz="1200" dirty="0" smtClean="0">
                <a:solidFill>
                  <a:srgbClr val="FFFFFF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Frontend</a:t>
            </a:r>
            <a:r>
              <a:rPr lang="ru-RU" sz="1200" dirty="0" smtClean="0">
                <a:solidFill>
                  <a:srgbClr val="FFFFFF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-сервер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28" name="Надпись 6"/>
          <p:cNvSpPr txBox="1"/>
          <p:nvPr/>
        </p:nvSpPr>
        <p:spPr>
          <a:xfrm>
            <a:off x="1383316" y="3516460"/>
            <a:ext cx="2366032" cy="60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="horz" wrap="none" lIns="84201" tIns="42101" rIns="84201" bIns="4210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spcAft>
                <a:spcPts val="0"/>
              </a:spcAft>
            </a:pPr>
            <a:r>
              <a:rPr lang="ru-RU" sz="1200" dirty="0" smtClean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Отправление запроса</a:t>
            </a:r>
          </a:p>
          <a:p>
            <a:pPr algn="just">
              <a:spcAft>
                <a:spcPts val="0"/>
              </a:spcAft>
            </a:pPr>
            <a:r>
              <a:rPr lang="ru-RU" sz="1200" dirty="0" smtClean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на создание аукциона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77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9243" y="6393867"/>
            <a:ext cx="20383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8</a:t>
            </a:fld>
            <a:endParaRPr sz="2200" b="1" i="1" dirty="0"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4533"/>
            <a:ext cx="737423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ru-RU" spc="-15" dirty="0">
                <a:latin typeface="+mn-lt"/>
              </a:rPr>
              <a:t>Пользовательский интерфейс</a:t>
            </a:r>
            <a:endParaRPr spc="-15" dirty="0">
              <a:latin typeface="+mn-lt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474370" y="1076959"/>
            <a:ext cx="783335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 smtClean="0">
                <a:cs typeface="Times New Roman"/>
              </a:rPr>
              <a:t>Главная страница приложения, которая доступна зарегистрированному пользователю</a:t>
            </a:r>
            <a:endParaRPr lang="ru-RU" sz="2200" dirty="0">
              <a:cs typeface="Times New Roman"/>
            </a:endParaRPr>
          </a:p>
        </p:txBody>
      </p:sp>
      <p:pic>
        <p:nvPicPr>
          <p:cNvPr id="30" name="Рисунок 29"/>
          <p:cNvPicPr/>
          <p:nvPr/>
        </p:nvPicPr>
        <p:blipFill>
          <a:blip r:embed="rId2"/>
          <a:stretch>
            <a:fillRect/>
          </a:stretch>
        </p:blipFill>
        <p:spPr>
          <a:xfrm>
            <a:off x="474369" y="1964306"/>
            <a:ext cx="7833359" cy="34633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906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9243" y="6393867"/>
            <a:ext cx="20383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9</a:t>
            </a:fld>
            <a:endParaRPr sz="2200" b="1" i="1" dirty="0"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4533"/>
            <a:ext cx="737423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ru-RU" spc="-15" dirty="0">
                <a:latin typeface="+mn-lt"/>
              </a:rPr>
              <a:t>Пользовательский интерфейс</a:t>
            </a:r>
            <a:endParaRPr spc="-15" dirty="0">
              <a:latin typeface="+mn-lt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474370" y="1076959"/>
            <a:ext cx="7833359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 smtClean="0">
                <a:cs typeface="Times New Roman"/>
              </a:rPr>
              <a:t>Страница создания нового лота аукциона</a:t>
            </a:r>
            <a:endParaRPr lang="ru-RU" sz="2200" dirty="0">
              <a:cs typeface="Times New Roman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474369" y="1964306"/>
            <a:ext cx="7833360" cy="34458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486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9243" y="6393867"/>
            <a:ext cx="40995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10</a:t>
            </a:fld>
            <a:endParaRPr sz="2200" b="1" i="1" dirty="0"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4533"/>
            <a:ext cx="737423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10" dirty="0" smtClean="0">
                <a:latin typeface="+mn-lt"/>
              </a:rPr>
              <a:t>Пользовательский интерфейс</a:t>
            </a:r>
            <a:endParaRPr spc="-15" dirty="0">
              <a:latin typeface="+mn-lt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474370" y="1076959"/>
            <a:ext cx="7833359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 smtClean="0">
                <a:cs typeface="Times New Roman"/>
              </a:rPr>
              <a:t>Карточка с подробным описанием аукциона</a:t>
            </a:r>
            <a:endParaRPr lang="ru-RU" sz="2200" dirty="0"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Рукописный ввод 10"/>
              <p14:cNvContentPartPr/>
              <p14:nvPr/>
            </p14:nvContentPartPr>
            <p14:xfrm>
              <a:off x="2707000" y="4175640"/>
              <a:ext cx="1001880" cy="140400"/>
            </p14:xfrm>
          </p:contentPart>
        </mc:Choice>
        <mc:Fallback xmlns="">
          <p:pic>
            <p:nvPicPr>
              <p:cNvPr id="11" name="Рукописный ввод 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6560" y="4165200"/>
                <a:ext cx="1022760" cy="16128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70" y="1964306"/>
            <a:ext cx="7833360" cy="34458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102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9243" y="6393867"/>
            <a:ext cx="33375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11</a:t>
            </a:fld>
            <a:endParaRPr sz="2200" b="1" i="1" dirty="0"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4533"/>
            <a:ext cx="737423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10" dirty="0" smtClean="0">
                <a:latin typeface="+mn-lt"/>
              </a:rPr>
              <a:t>Пользовательский интерфейс</a:t>
            </a:r>
            <a:endParaRPr spc="-15" dirty="0">
              <a:latin typeface="+mn-lt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474370" y="1076959"/>
            <a:ext cx="783335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 smtClean="0">
                <a:cs typeface="Times New Roman"/>
              </a:rPr>
              <a:t>Карточка с подробным описанием лота аукциона и сделанной ставкой</a:t>
            </a:r>
            <a:endParaRPr lang="ru-RU" sz="2200" dirty="0"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Рукописный ввод 4"/>
              <p14:cNvContentPartPr/>
              <p14:nvPr/>
            </p14:nvContentPartPr>
            <p14:xfrm>
              <a:off x="2694740" y="4361260"/>
              <a:ext cx="1062360" cy="145800"/>
            </p14:xfrm>
          </p:contentPart>
        </mc:Choice>
        <mc:Fallback xmlns="">
          <p:pic>
            <p:nvPicPr>
              <p:cNvPr id="5" name="Рукописный ввод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4300" y="4350820"/>
                <a:ext cx="1083240" cy="16668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70" y="1964306"/>
            <a:ext cx="7833359" cy="34458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83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9243" y="6393867"/>
            <a:ext cx="33375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12</a:t>
            </a:fld>
            <a:endParaRPr sz="2200" b="1" i="1" dirty="0"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4533"/>
            <a:ext cx="737423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10" dirty="0" smtClean="0">
                <a:latin typeface="+mn-lt"/>
              </a:rPr>
              <a:t>Пользовательский интерфейс</a:t>
            </a:r>
            <a:endParaRPr spc="-15" dirty="0">
              <a:latin typeface="+mn-lt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474370" y="1076959"/>
            <a:ext cx="783335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 smtClean="0">
                <a:cs typeface="Times New Roman"/>
              </a:rPr>
              <a:t>Страница со списком аукционов, созданных текущим пользователем</a:t>
            </a:r>
            <a:endParaRPr lang="ru-RU" sz="2200" dirty="0"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Рукописный ввод 4"/>
              <p14:cNvContentPartPr/>
              <p14:nvPr/>
            </p14:nvContentPartPr>
            <p14:xfrm>
              <a:off x="2694740" y="4361260"/>
              <a:ext cx="1062360" cy="145800"/>
            </p14:xfrm>
          </p:contentPart>
        </mc:Choice>
        <mc:Fallback xmlns="">
          <p:pic>
            <p:nvPicPr>
              <p:cNvPr id="5" name="Рукописный ввод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4300" y="4350820"/>
                <a:ext cx="1083240" cy="16668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Рисунок 7"/>
          <p:cNvPicPr/>
          <p:nvPr/>
        </p:nvPicPr>
        <p:blipFill>
          <a:blip r:embed="rId5"/>
          <a:stretch>
            <a:fillRect/>
          </a:stretch>
        </p:blipFill>
        <p:spPr>
          <a:xfrm>
            <a:off x="474369" y="1964306"/>
            <a:ext cx="7833360" cy="34458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991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429243" y="6393867"/>
            <a:ext cx="33375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13</a:t>
            </a:fld>
            <a:endParaRPr sz="2200" b="1" i="1" dirty="0"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4533"/>
            <a:ext cx="737423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pc="-10" dirty="0" smtClean="0">
                <a:latin typeface="+mn-lt"/>
              </a:rPr>
              <a:t>Пользовательский интерфейс</a:t>
            </a:r>
            <a:endParaRPr spc="-15" dirty="0">
              <a:latin typeface="+mn-lt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474370" y="1076959"/>
            <a:ext cx="7833359" cy="35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 smtClean="0">
                <a:cs typeface="Times New Roman"/>
              </a:rPr>
              <a:t>Страница с историей всех аукционов веб-приложения</a:t>
            </a:r>
            <a:endParaRPr lang="ru-RU" sz="2200" dirty="0"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Рукописный ввод 4"/>
              <p14:cNvContentPartPr/>
              <p14:nvPr/>
            </p14:nvContentPartPr>
            <p14:xfrm>
              <a:off x="2694740" y="4361260"/>
              <a:ext cx="1062360" cy="145800"/>
            </p14:xfrm>
          </p:contentPart>
        </mc:Choice>
        <mc:Fallback xmlns="">
          <p:pic>
            <p:nvPicPr>
              <p:cNvPr id="5" name="Рукописный ввод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4300" y="4350820"/>
                <a:ext cx="1083240" cy="16668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Рисунок 6"/>
          <p:cNvPicPr/>
          <p:nvPr/>
        </p:nvPicPr>
        <p:blipFill>
          <a:blip r:embed="rId5"/>
          <a:stretch>
            <a:fillRect/>
          </a:stretch>
        </p:blipFill>
        <p:spPr>
          <a:xfrm>
            <a:off x="474369" y="1964306"/>
            <a:ext cx="7833360" cy="34458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14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7327"/>
            <a:ext cx="72974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lang="ru-RU" spc="-10" dirty="0">
                <a:latin typeface="+mn-lt"/>
              </a:rPr>
              <a:t>Модель машинного обучения</a:t>
            </a:r>
            <a:endParaRPr spc="-10" dirty="0">
              <a:latin typeface="+mn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9243" y="6393867"/>
            <a:ext cx="40995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14</a:t>
            </a:fld>
            <a:endParaRPr sz="2200" b="1" i="1" dirty="0">
              <a:cs typeface="Times New Roman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474369" y="2621204"/>
            <a:ext cx="7833359" cy="36573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object 3"/>
          <p:cNvSpPr txBox="1"/>
          <p:nvPr/>
        </p:nvSpPr>
        <p:spPr>
          <a:xfrm>
            <a:off x="474370" y="1076959"/>
            <a:ext cx="7833359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>
                <a:cs typeface="Times New Roman"/>
              </a:rPr>
              <a:t>В ходе реализации приложения появилась необходимость в написании модели машинного обучения для прогнозирования цен на поддержанные автомобили, выставляемые на аукционе. </a:t>
            </a:r>
            <a:endParaRPr lang="ru-RU" sz="2200" dirty="0" smtClean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271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7327"/>
            <a:ext cx="72974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pc="-10" dirty="0" smtClean="0">
                <a:latin typeface="+mn-lt"/>
              </a:rPr>
              <a:t>Результаты анализа алгоритмов</a:t>
            </a:r>
            <a:endParaRPr spc="-10" dirty="0">
              <a:latin typeface="+mn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9243" y="6393867"/>
            <a:ext cx="33375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15</a:t>
            </a:fld>
            <a:endParaRPr sz="2200" b="1" i="1" dirty="0">
              <a:cs typeface="Times New Roman"/>
            </a:endParaRPr>
          </a:p>
        </p:txBody>
      </p:sp>
      <p:graphicFrame>
        <p:nvGraphicFramePr>
          <p:cNvPr id="8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547895"/>
              </p:ext>
            </p:extLst>
          </p:nvPr>
        </p:nvGraphicFramePr>
        <p:xfrm>
          <a:off x="474369" y="2278952"/>
          <a:ext cx="7954874" cy="1904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1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2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5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14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719"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</a:t>
                      </a: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Score</a:t>
                      </a:r>
                      <a:endParaRPr sz="2000" spc="-5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 marR="169545" indent="1270" algn="ctr">
                        <a:lnSpc>
                          <a:spcPct val="114999"/>
                        </a:lnSpc>
                        <a:spcBef>
                          <a:spcPts val="55"/>
                        </a:spcBef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  <a:endParaRPr sz="2000" spc="-5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 </a:t>
                      </a:r>
                      <a:endParaRPr sz="2000" spc="-5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endParaRPr sz="2000" spc="-5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0.868353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0.797178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0.186938</a:t>
                      </a:r>
                      <a:endParaRPr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0.251137</a:t>
                      </a:r>
                      <a:endParaRPr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0.949535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0.769511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0.197808</a:t>
                      </a:r>
                      <a:endParaRPr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0.267718</a:t>
                      </a:r>
                      <a:endParaRPr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0.961061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0.746753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0.214018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0.280624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961375"/>
              </p:ext>
            </p:extLst>
          </p:nvPr>
        </p:nvGraphicFramePr>
        <p:xfrm>
          <a:off x="474369" y="4641151"/>
          <a:ext cx="7954874" cy="446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1567">
                  <a:extLst>
                    <a:ext uri="{9D8B030D-6E8A-4147-A177-3AD203B41FA5}">
                      <a16:colId xmlns:a16="http://schemas.microsoft.com/office/drawing/2014/main" val="2589249419"/>
                    </a:ext>
                  </a:extLst>
                </a:gridCol>
                <a:gridCol w="1523327">
                  <a:extLst>
                    <a:ext uri="{9D8B030D-6E8A-4147-A177-3AD203B41FA5}">
                      <a16:colId xmlns:a16="http://schemas.microsoft.com/office/drawing/2014/main" val="4138282435"/>
                    </a:ext>
                  </a:extLst>
                </a:gridCol>
                <a:gridCol w="1702542">
                  <a:extLst>
                    <a:ext uri="{9D8B030D-6E8A-4147-A177-3AD203B41FA5}">
                      <a16:colId xmlns:a16="http://schemas.microsoft.com/office/drawing/2014/main" val="1394576316"/>
                    </a:ext>
                  </a:extLst>
                </a:gridCol>
                <a:gridCol w="1455996">
                  <a:extLst>
                    <a:ext uri="{9D8B030D-6E8A-4147-A177-3AD203B41FA5}">
                      <a16:colId xmlns:a16="http://schemas.microsoft.com/office/drawing/2014/main" val="3116677319"/>
                    </a:ext>
                  </a:extLst>
                </a:gridCol>
                <a:gridCol w="1411442">
                  <a:extLst>
                    <a:ext uri="{9D8B030D-6E8A-4147-A177-3AD203B41FA5}">
                      <a16:colId xmlns:a16="http://schemas.microsoft.com/office/drawing/2014/main" val="4267635245"/>
                    </a:ext>
                  </a:extLst>
                </a:gridCol>
              </a:tblGrid>
              <a:tr h="4465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ExtraTrees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0.999987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0.717887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0.227945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0.296186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440308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473565"/>
              </p:ext>
            </p:extLst>
          </p:nvPr>
        </p:nvGraphicFramePr>
        <p:xfrm>
          <a:off x="474369" y="4183951"/>
          <a:ext cx="7954874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1567">
                  <a:extLst>
                    <a:ext uri="{9D8B030D-6E8A-4147-A177-3AD203B41FA5}">
                      <a16:colId xmlns:a16="http://schemas.microsoft.com/office/drawing/2014/main" val="2589249419"/>
                    </a:ext>
                  </a:extLst>
                </a:gridCol>
                <a:gridCol w="1523327">
                  <a:extLst>
                    <a:ext uri="{9D8B030D-6E8A-4147-A177-3AD203B41FA5}">
                      <a16:colId xmlns:a16="http://schemas.microsoft.com/office/drawing/2014/main" val="4138282435"/>
                    </a:ext>
                  </a:extLst>
                </a:gridCol>
                <a:gridCol w="1702542">
                  <a:extLst>
                    <a:ext uri="{9D8B030D-6E8A-4147-A177-3AD203B41FA5}">
                      <a16:colId xmlns:a16="http://schemas.microsoft.com/office/drawing/2014/main" val="1394576316"/>
                    </a:ext>
                  </a:extLst>
                </a:gridCol>
                <a:gridCol w="1455996">
                  <a:extLst>
                    <a:ext uri="{9D8B030D-6E8A-4147-A177-3AD203B41FA5}">
                      <a16:colId xmlns:a16="http://schemas.microsoft.com/office/drawing/2014/main" val="3116677319"/>
                    </a:ext>
                  </a:extLst>
                </a:gridCol>
                <a:gridCol w="1411442">
                  <a:extLst>
                    <a:ext uri="{9D8B030D-6E8A-4147-A177-3AD203B41FA5}">
                      <a16:colId xmlns:a16="http://schemas.microsoft.com/office/drawing/2014/main" val="426763524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regression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0.552253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0.597345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0.278478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0.353850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440308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880852"/>
              </p:ext>
            </p:extLst>
          </p:nvPr>
        </p:nvGraphicFramePr>
        <p:xfrm>
          <a:off x="474369" y="5087719"/>
          <a:ext cx="7954874" cy="4748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1567">
                  <a:extLst>
                    <a:ext uri="{9D8B030D-6E8A-4147-A177-3AD203B41FA5}">
                      <a16:colId xmlns:a16="http://schemas.microsoft.com/office/drawing/2014/main" val="2589249419"/>
                    </a:ext>
                  </a:extLst>
                </a:gridCol>
                <a:gridCol w="1523327">
                  <a:extLst>
                    <a:ext uri="{9D8B030D-6E8A-4147-A177-3AD203B41FA5}">
                      <a16:colId xmlns:a16="http://schemas.microsoft.com/office/drawing/2014/main" val="4138282435"/>
                    </a:ext>
                  </a:extLst>
                </a:gridCol>
                <a:gridCol w="1702542">
                  <a:extLst>
                    <a:ext uri="{9D8B030D-6E8A-4147-A177-3AD203B41FA5}">
                      <a16:colId xmlns:a16="http://schemas.microsoft.com/office/drawing/2014/main" val="1394576316"/>
                    </a:ext>
                  </a:extLst>
                </a:gridCol>
                <a:gridCol w="1455996">
                  <a:extLst>
                    <a:ext uri="{9D8B030D-6E8A-4147-A177-3AD203B41FA5}">
                      <a16:colId xmlns:a16="http://schemas.microsoft.com/office/drawing/2014/main" val="3116677319"/>
                    </a:ext>
                  </a:extLst>
                </a:gridCol>
                <a:gridCol w="1411442">
                  <a:extLst>
                    <a:ext uri="{9D8B030D-6E8A-4147-A177-3AD203B41FA5}">
                      <a16:colId xmlns:a16="http://schemas.microsoft.com/office/drawing/2014/main" val="4267635245"/>
                    </a:ext>
                  </a:extLst>
                </a:gridCol>
              </a:tblGrid>
              <a:tr h="4748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Ridge regression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0.549262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0.582249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0.285156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0.360422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440308"/>
                  </a:ext>
                </a:extLst>
              </a:tr>
            </a:tbl>
          </a:graphicData>
        </a:graphic>
      </p:graphicFrame>
      <p:sp>
        <p:nvSpPr>
          <p:cNvPr id="9" name="object 3"/>
          <p:cNvSpPr txBox="1"/>
          <p:nvPr/>
        </p:nvSpPr>
        <p:spPr>
          <a:xfrm>
            <a:off x="474370" y="1076959"/>
            <a:ext cx="7833359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 err="1">
                <a:cs typeface="Times New Roman"/>
              </a:rPr>
              <a:t>GridSearchCV</a:t>
            </a:r>
            <a:r>
              <a:rPr lang="ru-RU" sz="2200" dirty="0">
                <a:cs typeface="Times New Roman"/>
              </a:rPr>
              <a:t> – это очень мощный инструмент для автоматического подбирания параметров для моделей машинного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173789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7327"/>
            <a:ext cx="72974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pc="-10" dirty="0" smtClean="0">
                <a:latin typeface="+mn-lt"/>
              </a:rPr>
              <a:t>Сервер </a:t>
            </a:r>
            <a:r>
              <a:rPr lang="en-US" spc="-10" dirty="0" smtClean="0">
                <a:latin typeface="+mn-lt"/>
              </a:rPr>
              <a:t>Flask</a:t>
            </a:r>
            <a:endParaRPr spc="-10" dirty="0">
              <a:latin typeface="+mn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9243" y="6393867"/>
            <a:ext cx="33375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16</a:t>
            </a:fld>
            <a:endParaRPr sz="2200" b="1" i="1" dirty="0">
              <a:cs typeface="Times New Roman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474370" y="1076959"/>
            <a:ext cx="7833359" cy="37196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 err="1" smtClean="0">
                <a:cs typeface="Times New Roman"/>
              </a:rPr>
              <a:t>Flask</a:t>
            </a:r>
            <a:r>
              <a:rPr lang="ru-RU" sz="2200" dirty="0" smtClean="0">
                <a:cs typeface="Times New Roman"/>
              </a:rPr>
              <a:t> </a:t>
            </a:r>
            <a:r>
              <a:rPr lang="ru-RU" sz="2200" dirty="0">
                <a:cs typeface="Times New Roman"/>
              </a:rPr>
              <a:t>–</a:t>
            </a:r>
            <a:r>
              <a:rPr lang="ru-RU" sz="2200" dirty="0" smtClean="0">
                <a:cs typeface="Times New Roman"/>
              </a:rPr>
              <a:t> </a:t>
            </a:r>
            <a:r>
              <a:rPr lang="ru-RU" sz="2200" dirty="0" err="1">
                <a:cs typeface="Times New Roman"/>
              </a:rPr>
              <a:t>фреймворк</a:t>
            </a:r>
            <a:r>
              <a:rPr lang="ru-RU" sz="2200" dirty="0">
                <a:cs typeface="Times New Roman"/>
              </a:rPr>
              <a:t> для создания веб-приложений на языке программирования </a:t>
            </a:r>
            <a:r>
              <a:rPr lang="ru-RU" sz="2200" dirty="0" err="1" smtClean="0">
                <a:cs typeface="Times New Roman"/>
              </a:rPr>
              <a:t>Python</a:t>
            </a:r>
            <a:r>
              <a:rPr lang="en-US" sz="2200" dirty="0" smtClean="0">
                <a:cs typeface="Times New Roman"/>
              </a:rPr>
              <a:t>.</a:t>
            </a:r>
          </a:p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endParaRPr lang="en-US" sz="2200" dirty="0" smtClean="0">
              <a:cs typeface="Times New Roman"/>
            </a:endParaRPr>
          </a:p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en-US" sz="2200" dirty="0" smtClean="0">
                <a:cs typeface="Times New Roman"/>
              </a:rPr>
              <a:t>P</a:t>
            </a:r>
            <a:r>
              <a:rPr lang="ru-RU" sz="2200" dirty="0" err="1" smtClean="0">
                <a:cs typeface="Times New Roman"/>
              </a:rPr>
              <a:t>ickle</a:t>
            </a:r>
            <a:r>
              <a:rPr lang="ru-RU" sz="2200" dirty="0" smtClean="0">
                <a:cs typeface="Times New Roman"/>
              </a:rPr>
              <a:t> реализует мощный алгоритм </a:t>
            </a:r>
            <a:r>
              <a:rPr lang="ru-RU" sz="2200" dirty="0" err="1" smtClean="0">
                <a:cs typeface="Times New Roman"/>
              </a:rPr>
              <a:t>сериализации</a:t>
            </a:r>
            <a:r>
              <a:rPr lang="ru-RU" sz="2200" dirty="0" smtClean="0">
                <a:cs typeface="Times New Roman"/>
              </a:rPr>
              <a:t> и </a:t>
            </a:r>
            <a:r>
              <a:rPr lang="ru-RU" sz="2200" dirty="0" err="1" smtClean="0">
                <a:cs typeface="Times New Roman"/>
              </a:rPr>
              <a:t>десериализации</a:t>
            </a:r>
            <a:r>
              <a:rPr lang="ru-RU" sz="2200" dirty="0" smtClean="0">
                <a:cs typeface="Times New Roman"/>
              </a:rPr>
              <a:t> объектов </a:t>
            </a:r>
            <a:r>
              <a:rPr lang="ru-RU" sz="2200" dirty="0" err="1" smtClean="0">
                <a:cs typeface="Times New Roman"/>
              </a:rPr>
              <a:t>Python</a:t>
            </a:r>
            <a:r>
              <a:rPr lang="ru-RU" sz="2200" dirty="0" smtClean="0">
                <a:cs typeface="Times New Roman"/>
              </a:rPr>
              <a:t>.</a:t>
            </a:r>
            <a:endParaRPr lang="en-US" sz="2200" dirty="0" smtClean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 smtClean="0">
                <a:cs typeface="Times New Roman"/>
              </a:rPr>
              <a:t>Pickling</a:t>
            </a:r>
            <a:r>
              <a:rPr lang="ru-RU" sz="2200" dirty="0" smtClean="0">
                <a:cs typeface="Times New Roman"/>
              </a:rPr>
              <a:t> – процесс преобразования объекта </a:t>
            </a:r>
            <a:r>
              <a:rPr lang="ru-RU" sz="2200" dirty="0" err="1" smtClean="0">
                <a:cs typeface="Times New Roman"/>
              </a:rPr>
              <a:t>Python</a:t>
            </a:r>
            <a:r>
              <a:rPr lang="ru-RU" sz="2200" dirty="0" smtClean="0">
                <a:cs typeface="Times New Roman"/>
              </a:rPr>
              <a:t> в поток байтов</a:t>
            </a:r>
            <a:r>
              <a:rPr lang="en-US" sz="2200" dirty="0" smtClean="0">
                <a:cs typeface="Times New Roman"/>
              </a:rPr>
              <a:t>.</a:t>
            </a: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en-US" sz="2200" dirty="0" smtClean="0">
                <a:cs typeface="Times New Roman"/>
              </a:rPr>
              <a:t>U</a:t>
            </a:r>
            <a:r>
              <a:rPr lang="ru-RU" sz="2200" dirty="0" err="1" smtClean="0">
                <a:cs typeface="Times New Roman"/>
              </a:rPr>
              <a:t>npickling</a:t>
            </a:r>
            <a:r>
              <a:rPr lang="ru-RU" sz="2200" dirty="0" smtClean="0">
                <a:cs typeface="Times New Roman"/>
              </a:rPr>
              <a:t> </a:t>
            </a:r>
            <a:r>
              <a:rPr lang="ru-RU" sz="2200" dirty="0">
                <a:cs typeface="Times New Roman"/>
              </a:rPr>
              <a:t>- обратная операция, в результате которой поток байтов преобразуется обратно в </a:t>
            </a:r>
            <a:r>
              <a:rPr lang="ru-RU" sz="2200" dirty="0" err="1">
                <a:cs typeface="Times New Roman"/>
              </a:rPr>
              <a:t>Python</a:t>
            </a:r>
            <a:r>
              <a:rPr lang="ru-RU" sz="2200" dirty="0">
                <a:cs typeface="Times New Roman"/>
              </a:rPr>
              <a:t>-объект.</a:t>
            </a:r>
            <a:endParaRPr lang="en-US" sz="2200" dirty="0">
              <a:cs typeface="Times New Roman"/>
            </a:endParaRPr>
          </a:p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endParaRPr lang="ru-RU" sz="22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629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7327"/>
            <a:ext cx="72974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pc="-10" dirty="0">
                <a:latin typeface="+mn-lt"/>
              </a:rPr>
              <a:t>Смарт-контракт</a:t>
            </a:r>
            <a:endParaRPr spc="-10" dirty="0">
              <a:latin typeface="+mn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9243" y="6393867"/>
            <a:ext cx="33375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17</a:t>
            </a:fld>
            <a:endParaRPr sz="2200" b="1" i="1" dirty="0">
              <a:cs typeface="Times New Roman"/>
            </a:endParaRPr>
          </a:p>
        </p:txBody>
      </p:sp>
      <p:sp>
        <p:nvSpPr>
          <p:cNvPr id="6" name="object 3"/>
          <p:cNvSpPr txBox="1"/>
          <p:nvPr/>
        </p:nvSpPr>
        <p:spPr>
          <a:xfrm>
            <a:off x="474370" y="1076959"/>
            <a:ext cx="783335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>
                <a:cs typeface="Times New Roman"/>
              </a:rPr>
              <a:t>Смарт-контракт – это компьютерная программа, которая отслеживает и обеспечивает исполнение </a:t>
            </a:r>
            <a:r>
              <a:rPr lang="ru-RU" sz="2200" dirty="0" smtClean="0">
                <a:cs typeface="Times New Roman"/>
              </a:rPr>
              <a:t>обязательств.</a:t>
            </a:r>
          </a:p>
        </p:txBody>
      </p:sp>
      <p:sp>
        <p:nvSpPr>
          <p:cNvPr id="7" name="object 3"/>
          <p:cNvSpPr txBox="1"/>
          <p:nvPr/>
        </p:nvSpPr>
        <p:spPr>
          <a:xfrm>
            <a:off x="474370" y="1944095"/>
            <a:ext cx="3738401" cy="37426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lnSpc>
                <a:spcPct val="150000"/>
              </a:lnSpc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en-US" sz="2200" dirty="0" smtClean="0">
                <a:cs typeface="Times New Roman"/>
              </a:rPr>
              <a:t>Auction</a:t>
            </a:r>
            <a:r>
              <a:rPr lang="ru-RU" sz="2200" dirty="0" smtClean="0">
                <a:cs typeface="Times New Roman"/>
              </a:rPr>
              <a:t>:</a:t>
            </a:r>
            <a:endParaRPr lang="en-US" sz="2200" dirty="0" smtClean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>
                <a:cs typeface="Times New Roman"/>
              </a:rPr>
              <a:t>owner</a:t>
            </a:r>
            <a:r>
              <a:rPr lang="ru-RU" sz="2200" dirty="0">
                <a:cs typeface="Times New Roman"/>
              </a:rPr>
              <a:t>: </a:t>
            </a:r>
            <a:r>
              <a:rPr lang="ru-RU" sz="2200" dirty="0" err="1" smtClean="0">
                <a:cs typeface="Times New Roman"/>
              </a:rPr>
              <a:t>AccountId</a:t>
            </a:r>
            <a:r>
              <a:rPr lang="en-US" sz="2200" dirty="0" smtClean="0">
                <a:cs typeface="Times New Roman"/>
              </a:rPr>
              <a:t>;</a:t>
            </a:r>
            <a:endParaRPr lang="en-US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 smtClean="0">
                <a:cs typeface="Times New Roman"/>
              </a:rPr>
              <a:t>canceled</a:t>
            </a:r>
            <a:r>
              <a:rPr lang="ru-RU" sz="2200" dirty="0">
                <a:cs typeface="Times New Roman"/>
              </a:rPr>
              <a:t>: </a:t>
            </a:r>
            <a:r>
              <a:rPr lang="ru-RU" sz="2200" dirty="0" err="1" smtClean="0">
                <a:cs typeface="Times New Roman"/>
              </a:rPr>
              <a:t>bool</a:t>
            </a:r>
            <a:r>
              <a:rPr lang="ru-RU" sz="2200" dirty="0" smtClean="0">
                <a:cs typeface="Times New Roman"/>
              </a:rPr>
              <a:t>;</a:t>
            </a:r>
            <a:endParaRPr lang="ru-RU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>
                <a:cs typeface="Times New Roman"/>
              </a:rPr>
              <a:t>ended</a:t>
            </a:r>
            <a:r>
              <a:rPr lang="ru-RU" sz="2200" dirty="0">
                <a:cs typeface="Times New Roman"/>
              </a:rPr>
              <a:t>: </a:t>
            </a:r>
            <a:r>
              <a:rPr lang="ru-RU" sz="2200" dirty="0" err="1" smtClean="0">
                <a:cs typeface="Times New Roman"/>
              </a:rPr>
              <a:t>bool</a:t>
            </a:r>
            <a:r>
              <a:rPr lang="ru-RU" sz="2200" dirty="0" smtClean="0">
                <a:cs typeface="Times New Roman"/>
              </a:rPr>
              <a:t>;</a:t>
            </a:r>
            <a:endParaRPr lang="ru-RU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>
                <a:cs typeface="Times New Roman"/>
              </a:rPr>
              <a:t>highestBidder</a:t>
            </a:r>
            <a:r>
              <a:rPr lang="ru-RU" sz="2200" dirty="0">
                <a:cs typeface="Times New Roman"/>
              </a:rPr>
              <a:t>: </a:t>
            </a:r>
            <a:r>
              <a:rPr lang="ru-RU" sz="2200" dirty="0" err="1" smtClean="0">
                <a:cs typeface="Times New Roman"/>
              </a:rPr>
              <a:t>AccountId</a:t>
            </a:r>
            <a:r>
              <a:rPr lang="ru-RU" sz="2200" dirty="0" smtClean="0">
                <a:cs typeface="Times New Roman"/>
              </a:rPr>
              <a:t>;</a:t>
            </a:r>
            <a:endParaRPr lang="ru-RU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>
                <a:cs typeface="Times New Roman"/>
              </a:rPr>
              <a:t>highestBid</a:t>
            </a:r>
            <a:r>
              <a:rPr lang="ru-RU" sz="2200" dirty="0">
                <a:cs typeface="Times New Roman"/>
              </a:rPr>
              <a:t>: </a:t>
            </a:r>
            <a:r>
              <a:rPr lang="ru-RU" sz="2200" dirty="0" err="1" smtClean="0">
                <a:cs typeface="Times New Roman"/>
              </a:rPr>
              <a:t>Money</a:t>
            </a:r>
            <a:r>
              <a:rPr lang="ru-RU" sz="2200" dirty="0" smtClean="0">
                <a:cs typeface="Times New Roman"/>
              </a:rPr>
              <a:t>;</a:t>
            </a:r>
            <a:endParaRPr lang="ru-RU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>
                <a:cs typeface="Times New Roman"/>
              </a:rPr>
              <a:t>lot</a:t>
            </a:r>
            <a:r>
              <a:rPr lang="ru-RU" sz="2200" dirty="0">
                <a:cs typeface="Times New Roman"/>
              </a:rPr>
              <a:t>: </a:t>
            </a:r>
            <a:r>
              <a:rPr lang="ru-RU" sz="2200" dirty="0" err="1" smtClean="0">
                <a:cs typeface="Times New Roman"/>
              </a:rPr>
              <a:t>Lot</a:t>
            </a:r>
            <a:r>
              <a:rPr lang="ru-RU" sz="2200" dirty="0" smtClean="0">
                <a:cs typeface="Times New Roman"/>
              </a:rPr>
              <a:t>;</a:t>
            </a:r>
            <a:endParaRPr lang="ru-RU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>
                <a:cs typeface="Times New Roman"/>
              </a:rPr>
              <a:t>bids</a:t>
            </a:r>
            <a:r>
              <a:rPr lang="ru-RU" sz="2200" dirty="0">
                <a:cs typeface="Times New Roman"/>
              </a:rPr>
              <a:t>: </a:t>
            </a:r>
            <a:r>
              <a:rPr lang="ru-RU" sz="2200" dirty="0" err="1">
                <a:cs typeface="Times New Roman"/>
              </a:rPr>
              <a:t>Array</a:t>
            </a:r>
            <a:r>
              <a:rPr lang="ru-RU" sz="2200" dirty="0">
                <a:cs typeface="Times New Roman"/>
              </a:rPr>
              <a:t>&lt;</a:t>
            </a:r>
            <a:r>
              <a:rPr lang="ru-RU" sz="2200" dirty="0" err="1">
                <a:cs typeface="Times New Roman"/>
              </a:rPr>
              <a:t>Bid</a:t>
            </a:r>
            <a:r>
              <a:rPr lang="ru-RU" sz="2200" dirty="0" smtClean="0">
                <a:cs typeface="Times New Roman"/>
              </a:rPr>
              <a:t>&gt;;</a:t>
            </a:r>
            <a:endParaRPr lang="ru-RU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>
                <a:cs typeface="Times New Roman"/>
              </a:rPr>
              <a:t>endTime</a:t>
            </a:r>
            <a:r>
              <a:rPr lang="ru-RU" sz="2200" dirty="0">
                <a:cs typeface="Times New Roman"/>
              </a:rPr>
              <a:t>: </a:t>
            </a:r>
            <a:r>
              <a:rPr lang="ru-RU" sz="2200" dirty="0" err="1" smtClean="0">
                <a:cs typeface="Times New Roman"/>
              </a:rPr>
              <a:t>Timestamp</a:t>
            </a:r>
            <a:r>
              <a:rPr lang="ru-RU" sz="2200" dirty="0" smtClean="0">
                <a:cs typeface="Times New Roman"/>
              </a:rPr>
              <a:t>.</a:t>
            </a:r>
            <a:endParaRPr lang="ru-RU" sz="2200" dirty="0">
              <a:cs typeface="Times New Roman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4564974" y="1944095"/>
            <a:ext cx="3738401" cy="37426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2110" marR="5080">
              <a:lnSpc>
                <a:spcPct val="150000"/>
              </a:lnSpc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en-US" sz="2200" dirty="0">
                <a:cs typeface="Times New Roman"/>
              </a:rPr>
              <a:t>Lot</a:t>
            </a:r>
            <a:r>
              <a:rPr lang="ru-RU" sz="2200" dirty="0">
                <a:cs typeface="Times New Roman"/>
              </a:rPr>
              <a:t>:</a:t>
            </a:r>
            <a:endParaRPr lang="en-US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>
                <a:cs typeface="Times New Roman"/>
              </a:rPr>
              <a:t>name</a:t>
            </a:r>
            <a:r>
              <a:rPr lang="ru-RU" sz="2200" dirty="0">
                <a:cs typeface="Times New Roman"/>
              </a:rPr>
              <a:t>: </a:t>
            </a:r>
            <a:r>
              <a:rPr lang="ru-RU" sz="2200" dirty="0" err="1">
                <a:cs typeface="Times New Roman"/>
              </a:rPr>
              <a:t>string</a:t>
            </a:r>
            <a:r>
              <a:rPr lang="ru-RU" sz="2200" dirty="0">
                <a:cs typeface="Times New Roman"/>
              </a:rPr>
              <a:t>;</a:t>
            </a: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>
                <a:cs typeface="Times New Roman"/>
              </a:rPr>
              <a:t>imageUrl</a:t>
            </a:r>
            <a:r>
              <a:rPr lang="ru-RU" sz="2200" dirty="0">
                <a:cs typeface="Times New Roman"/>
              </a:rPr>
              <a:t>: </a:t>
            </a:r>
            <a:r>
              <a:rPr lang="ru-RU" sz="2200" dirty="0" err="1" smtClean="0">
                <a:cs typeface="Times New Roman"/>
              </a:rPr>
              <a:t>string</a:t>
            </a:r>
            <a:r>
              <a:rPr lang="en-US" sz="2200" dirty="0" smtClean="0">
                <a:cs typeface="Times New Roman"/>
              </a:rPr>
              <a:t>.</a:t>
            </a:r>
          </a:p>
          <a:p>
            <a:pPr marL="372110" marR="5080" lvl="1">
              <a:spcBef>
                <a:spcPts val="480"/>
              </a:spcBef>
              <a:tabLst>
                <a:tab pos="715645" algn="l"/>
                <a:tab pos="716280" algn="l"/>
              </a:tabLst>
            </a:pPr>
            <a:endParaRPr lang="en-US" sz="2200" dirty="0" smtClean="0">
              <a:cs typeface="Times New Roman"/>
            </a:endParaRPr>
          </a:p>
          <a:p>
            <a:pPr marL="372110" marR="5080" lvl="1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en-US" sz="2200" dirty="0" smtClean="0">
                <a:cs typeface="Times New Roman"/>
              </a:rPr>
              <a:t>Bid</a:t>
            </a:r>
            <a:r>
              <a:rPr lang="ru-RU" sz="2200" dirty="0" smtClean="0">
                <a:cs typeface="Times New Roman"/>
              </a:rPr>
              <a:t>:</a:t>
            </a:r>
            <a:endParaRPr lang="en-US" sz="2200" dirty="0" smtClean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>
                <a:cs typeface="Times New Roman"/>
              </a:rPr>
              <a:t>sender</a:t>
            </a:r>
            <a:r>
              <a:rPr lang="ru-RU" sz="2200" dirty="0">
                <a:cs typeface="Times New Roman"/>
              </a:rPr>
              <a:t>: </a:t>
            </a:r>
            <a:r>
              <a:rPr lang="ru-RU" sz="2200" dirty="0" err="1">
                <a:cs typeface="Times New Roman"/>
              </a:rPr>
              <a:t>AccountId</a:t>
            </a:r>
            <a:r>
              <a:rPr lang="en-US" sz="2200" dirty="0">
                <a:cs typeface="Times New Roman"/>
              </a:rPr>
              <a:t>;</a:t>
            </a:r>
            <a:r>
              <a:rPr lang="ru-RU" sz="2200" dirty="0">
                <a:cs typeface="Times New Roman"/>
              </a:rPr>
              <a:t> </a:t>
            </a:r>
            <a:endParaRPr lang="en-US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>
                <a:cs typeface="Times New Roman"/>
              </a:rPr>
              <a:t>bid</a:t>
            </a:r>
            <a:r>
              <a:rPr lang="ru-RU" sz="2200" dirty="0">
                <a:cs typeface="Times New Roman"/>
              </a:rPr>
              <a:t>: </a:t>
            </a:r>
            <a:r>
              <a:rPr lang="ru-RU" sz="2200" dirty="0" err="1">
                <a:cs typeface="Times New Roman"/>
              </a:rPr>
              <a:t>Money</a:t>
            </a:r>
            <a:r>
              <a:rPr lang="en-US" sz="2200" dirty="0">
                <a:cs typeface="Times New Roman"/>
              </a:rPr>
              <a:t>;</a:t>
            </a: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ru-RU" sz="2200" dirty="0" err="1">
                <a:cs typeface="Times New Roman"/>
              </a:rPr>
              <a:t>date</a:t>
            </a:r>
            <a:r>
              <a:rPr lang="ru-RU" sz="2200" dirty="0">
                <a:cs typeface="Times New Roman"/>
              </a:rPr>
              <a:t>: </a:t>
            </a:r>
            <a:r>
              <a:rPr lang="ru-RU" sz="2200" dirty="0" err="1">
                <a:cs typeface="Times New Roman"/>
              </a:rPr>
              <a:t>Timestamp</a:t>
            </a:r>
            <a:r>
              <a:rPr lang="en-US" sz="2200" dirty="0">
                <a:cs typeface="Times New Roman"/>
              </a:rPr>
              <a:t>.</a:t>
            </a: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endParaRPr lang="en-US" sz="22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884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7327"/>
            <a:ext cx="72974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lang="ru-RU" spc="-10" dirty="0">
                <a:latin typeface="+mn-lt"/>
              </a:rPr>
              <a:t>Компоненты</a:t>
            </a:r>
            <a:endParaRPr spc="-10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6547" y="1066800"/>
            <a:ext cx="7526630" cy="4481996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72110" marR="5080" lvl="1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>
                <a:cs typeface="Times New Roman"/>
              </a:rPr>
              <a:t>Компоненты </a:t>
            </a:r>
            <a:r>
              <a:rPr lang="ru-RU" sz="2200" dirty="0" err="1">
                <a:cs typeface="Times New Roman"/>
              </a:rPr>
              <a:t>React</a:t>
            </a:r>
            <a:r>
              <a:rPr lang="ru-RU" sz="2200" dirty="0">
                <a:cs typeface="Times New Roman"/>
              </a:rPr>
              <a:t> — это самодостаточные элементы, которые можно использовать на странице любое количество раз</a:t>
            </a:r>
            <a:r>
              <a:rPr lang="ru-RU" sz="2200" dirty="0" smtClean="0">
                <a:cs typeface="Times New Roman"/>
              </a:rPr>
              <a:t>.</a:t>
            </a:r>
            <a:endParaRPr lang="en-US" sz="2200" dirty="0" smtClean="0">
              <a:cs typeface="Times New Roman"/>
            </a:endParaRPr>
          </a:p>
          <a:p>
            <a:pPr marL="372110" marR="5080">
              <a:lnSpc>
                <a:spcPct val="150000"/>
              </a:lnSpc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 smtClean="0">
                <a:cs typeface="Times New Roman"/>
              </a:rPr>
              <a:t>Используемые компоненты:</a:t>
            </a:r>
            <a:endParaRPr lang="en-US" sz="2200" dirty="0" smtClean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en-US" sz="2200" dirty="0" smtClean="0">
                <a:cs typeface="Times New Roman"/>
              </a:rPr>
              <a:t>Auction;</a:t>
            </a:r>
            <a:endParaRPr lang="en-US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en-US" sz="2200" dirty="0" err="1" smtClean="0">
                <a:cs typeface="Times New Roman"/>
              </a:rPr>
              <a:t>AuctionDetails</a:t>
            </a:r>
            <a:r>
              <a:rPr lang="ru-RU" sz="2200" dirty="0" smtClean="0">
                <a:cs typeface="Times New Roman"/>
              </a:rPr>
              <a:t>;</a:t>
            </a:r>
            <a:endParaRPr lang="ru-RU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en-US" sz="2200" dirty="0" err="1" smtClean="0">
                <a:cs typeface="Times New Roman"/>
              </a:rPr>
              <a:t>AuctionHistory</a:t>
            </a:r>
            <a:r>
              <a:rPr lang="ru-RU" sz="2200" dirty="0" smtClean="0">
                <a:cs typeface="Times New Roman"/>
              </a:rPr>
              <a:t>;</a:t>
            </a:r>
            <a:endParaRPr lang="ru-RU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en-US" sz="2200" dirty="0" err="1" smtClean="0">
                <a:cs typeface="Times New Roman"/>
              </a:rPr>
              <a:t>AuctionOpen</a:t>
            </a:r>
            <a:r>
              <a:rPr lang="ru-RU" sz="2200" dirty="0" smtClean="0">
                <a:cs typeface="Times New Roman"/>
              </a:rPr>
              <a:t>;</a:t>
            </a:r>
            <a:endParaRPr lang="ru-RU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en-US" sz="2200" dirty="0" err="1" smtClean="0">
                <a:cs typeface="Times New Roman"/>
              </a:rPr>
              <a:t>DeleteOrCancelAuction</a:t>
            </a:r>
            <a:r>
              <a:rPr lang="ru-RU" sz="2200" dirty="0" smtClean="0">
                <a:cs typeface="Times New Roman"/>
              </a:rPr>
              <a:t>;</a:t>
            </a:r>
            <a:endParaRPr lang="ru-RU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en-US" sz="2200" dirty="0" err="1" smtClean="0">
                <a:cs typeface="Times New Roman"/>
              </a:rPr>
              <a:t>NewAuctionForm</a:t>
            </a:r>
            <a:r>
              <a:rPr lang="ru-RU" sz="2200" dirty="0" smtClean="0">
                <a:cs typeface="Times New Roman"/>
              </a:rPr>
              <a:t>;</a:t>
            </a:r>
            <a:endParaRPr lang="ru-RU" sz="2200" dirty="0">
              <a:cs typeface="Times New Roman"/>
            </a:endParaRPr>
          </a:p>
          <a:p>
            <a:pPr marL="715645" marR="5080" lvl="1" indent="-343535">
              <a:spcBef>
                <a:spcPts val="480"/>
              </a:spcBef>
              <a:buFont typeface="Arial MT"/>
              <a:buChar char="•"/>
              <a:tabLst>
                <a:tab pos="715645" algn="l"/>
                <a:tab pos="716280" algn="l"/>
              </a:tabLst>
            </a:pPr>
            <a:r>
              <a:rPr lang="en-US" sz="2200" dirty="0" err="1" smtClean="0">
                <a:cs typeface="Times New Roman"/>
              </a:rPr>
              <a:t>PriceAnalysis</a:t>
            </a:r>
            <a:r>
              <a:rPr lang="en-US" sz="2200" dirty="0">
                <a:cs typeface="Times New Roman"/>
              </a:rPr>
              <a:t>.</a:t>
            </a:r>
            <a:endParaRPr lang="ru-RU" sz="2200" dirty="0"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9243" y="6393867"/>
            <a:ext cx="33375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18</a:t>
            </a:fld>
            <a:endParaRPr sz="2200" b="1" i="1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764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457327"/>
            <a:ext cx="72974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ru-RU" spc="-10" dirty="0">
                <a:latin typeface="+mn-lt"/>
              </a:rPr>
              <a:t>Заключение</a:t>
            </a:r>
            <a:endParaRPr spc="-10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370" y="1066800"/>
            <a:ext cx="7526630" cy="2106987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72110" marR="5080" lvl="1">
              <a:spcBef>
                <a:spcPts val="480"/>
              </a:spcBef>
              <a:tabLst>
                <a:tab pos="715645" algn="l"/>
                <a:tab pos="716280" algn="l"/>
              </a:tabLst>
            </a:pPr>
            <a:r>
              <a:rPr lang="ru-RU" sz="2200" dirty="0">
                <a:cs typeface="Times New Roman"/>
              </a:rPr>
              <a:t>В рамках данной дипломной работы было разработано веб-приложение, которое предоставляет пользователям возможность создания аукционов и участия в них. Также была разработана модель машинного обучения для прогнозирования цен на поддержанные автомобили, выставляемые на аукционе. </a:t>
            </a:r>
            <a:endParaRPr lang="ru-RU" sz="2200" dirty="0" smtClean="0"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9243" y="6393867"/>
            <a:ext cx="40995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19</a:t>
            </a:fld>
            <a:endParaRPr sz="2200" b="1" i="1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816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429243" y="6393867"/>
            <a:ext cx="40995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200" b="1" i="1" dirty="0">
                <a:cs typeface="Times New Roman"/>
              </a:rPr>
              <a:pPr marL="38100">
                <a:lnSpc>
                  <a:spcPts val="2285"/>
                </a:lnSpc>
              </a:pPr>
              <a:t>20</a:t>
            </a:fld>
            <a:endParaRPr sz="2200" b="1" i="1" dirty="0">
              <a:cs typeface="Times New Roman"/>
            </a:endParaRPr>
          </a:p>
        </p:txBody>
      </p:sp>
      <p:sp>
        <p:nvSpPr>
          <p:cNvPr id="7" name="object 2"/>
          <p:cNvSpPr txBox="1">
            <a:spLocks noGrp="1"/>
          </p:cNvSpPr>
          <p:nvPr>
            <p:ph type="title"/>
          </p:nvPr>
        </p:nvSpPr>
        <p:spPr>
          <a:xfrm>
            <a:off x="2883915" y="3119450"/>
            <a:ext cx="3376168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Спасибо</a:t>
            </a:r>
            <a:r>
              <a:rPr spc="-25" dirty="0"/>
              <a:t> </a:t>
            </a:r>
            <a:r>
              <a:rPr spc="-5" dirty="0"/>
              <a:t>за</a:t>
            </a:r>
            <a:r>
              <a:rPr spc="-35" dirty="0"/>
              <a:t> </a:t>
            </a:r>
            <a:r>
              <a:rPr spc="-10" dirty="0"/>
              <a:t>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88895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2006</TotalTime>
  <Words>632</Words>
  <Application>Microsoft Office PowerPoint</Application>
  <PresentationFormat>Экран (4:3)</PresentationFormat>
  <Paragraphs>193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 MT</vt:lpstr>
      <vt:lpstr>Calibri</vt:lpstr>
      <vt:lpstr>Cambria</vt:lpstr>
      <vt:lpstr>Courier New</vt:lpstr>
      <vt:lpstr>Times New Roman</vt:lpstr>
      <vt:lpstr>Office Theme</vt:lpstr>
      <vt:lpstr>Презентация PowerPoint</vt:lpstr>
      <vt:lpstr>Теория аукционов</vt:lpstr>
      <vt:lpstr>Цель исследования</vt:lpstr>
      <vt:lpstr>Результаты анализа существующих решений</vt:lpstr>
      <vt:lpstr>Средства реализации</vt:lpstr>
      <vt:lpstr>Архитектура веб-приложения</vt:lpstr>
      <vt:lpstr>UML-диаграмма</vt:lpstr>
      <vt:lpstr>Пользовательский интерфейс</vt:lpstr>
      <vt:lpstr>Пользовательский интерфейс</vt:lpstr>
      <vt:lpstr>Пользовательский интерфейс</vt:lpstr>
      <vt:lpstr>Пользовательский интерфейс</vt:lpstr>
      <vt:lpstr>Пользовательский интерфейс</vt:lpstr>
      <vt:lpstr>Пользовательский интерфейс</vt:lpstr>
      <vt:lpstr>Модель машинного обучения</vt:lpstr>
      <vt:lpstr>Результаты анализа алгоритмов</vt:lpstr>
      <vt:lpstr>Сервер Flask</vt:lpstr>
      <vt:lpstr>Смарт-контракт</vt:lpstr>
      <vt:lpstr>Компоненты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</dc:title>
  <dc:creator>Зуева Яна Романовна</dc:creator>
  <cp:lastModifiedBy>Антон Лисовский</cp:lastModifiedBy>
  <cp:revision>87</cp:revision>
  <dcterms:created xsi:type="dcterms:W3CDTF">2023-06-04T17:10:17Z</dcterms:created>
  <dcterms:modified xsi:type="dcterms:W3CDTF">2023-06-15T19:17:38Z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2021-04-27T00:00:00Z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2023-06-04T00:00:00Z</vt:filetime>
  </property>
</Properties>
</file>